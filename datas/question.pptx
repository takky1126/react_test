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0_94EA326.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8"/>
  </p:notesMasterIdLst>
  <p:sldIdLst>
    <p:sldId id="264" r:id="rId2"/>
    <p:sldId id="272" r:id="rId3"/>
    <p:sldId id="273" r:id="rId4"/>
    <p:sldId id="277" r:id="rId5"/>
    <p:sldId id="278" r:id="rId6"/>
    <p:sldId id="27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F83EAB-2F9E-C47A-50AF-F9B59222D85D}" name="増井 崇(奈良高専)" initials="崇増" userId="S::I11213@nara.kosen-ac.jp::79165472-c8cf-41ad-81ff-d1b4b20db64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3041"/>
    <a:srgbClr val="81949D"/>
    <a:srgbClr val="0B7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8658BA-D0A1-4796-BDAA-7269A2F26B02}" v="1" dt="2025-04-08T11:54:58.4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上野 秀剛(奈良高専)" userId="6e25982c-8f48-4ebb-b318-318ab0128a9b" providerId="ADAL" clId="{96BE7806-71BB-4EC2-BB6A-7DA220DFBD50}"/>
    <pc:docChg chg="undo custSel modSld">
      <pc:chgData name="上野 秀剛(奈良高専)" userId="6e25982c-8f48-4ebb-b318-318ab0128a9b" providerId="ADAL" clId="{96BE7806-71BB-4EC2-BB6A-7DA220DFBD50}" dt="2025-03-04T01:59:05.858" v="5" actId="729"/>
      <pc:docMkLst>
        <pc:docMk/>
      </pc:docMkLst>
      <pc:sldChg chg="mod modShow">
        <pc:chgData name="上野 秀剛(奈良高専)" userId="6e25982c-8f48-4ebb-b318-318ab0128a9b" providerId="ADAL" clId="{96BE7806-71BB-4EC2-BB6A-7DA220DFBD50}" dt="2025-03-04T01:59:05.858" v="5" actId="729"/>
        <pc:sldMkLst>
          <pc:docMk/>
          <pc:sldMk cId="2651719962" sldId="258"/>
        </pc:sldMkLst>
      </pc:sldChg>
      <pc:sldChg chg="mod modShow">
        <pc:chgData name="上野 秀剛(奈良高専)" userId="6e25982c-8f48-4ebb-b318-318ab0128a9b" providerId="ADAL" clId="{96BE7806-71BB-4EC2-BB6A-7DA220DFBD50}" dt="2025-03-04T01:44:33.827" v="0" actId="729"/>
        <pc:sldMkLst>
          <pc:docMk/>
          <pc:sldMk cId="2169093930" sldId="260"/>
        </pc:sldMkLst>
      </pc:sldChg>
      <pc:sldChg chg="modSp mod">
        <pc:chgData name="上野 秀剛(奈良高専)" userId="6e25982c-8f48-4ebb-b318-318ab0128a9b" providerId="ADAL" clId="{96BE7806-71BB-4EC2-BB6A-7DA220DFBD50}" dt="2025-03-04T01:47:13.826" v="3" actId="1076"/>
        <pc:sldMkLst>
          <pc:docMk/>
          <pc:sldMk cId="156148518" sldId="272"/>
        </pc:sldMkLst>
        <pc:spChg chg="mod">
          <ac:chgData name="上野 秀剛(奈良高専)" userId="6e25982c-8f48-4ebb-b318-318ab0128a9b" providerId="ADAL" clId="{96BE7806-71BB-4EC2-BB6A-7DA220DFBD50}" dt="2025-03-04T01:47:13.826" v="3" actId="1076"/>
          <ac:spMkLst>
            <pc:docMk/>
            <pc:sldMk cId="156148518" sldId="272"/>
            <ac:spMk id="11" creationId="{49599A52-CF3D-C476-FBC1-802DF66506BC}"/>
          </ac:spMkLst>
        </pc:spChg>
      </pc:sldChg>
    </pc:docChg>
  </pc:docChgLst>
  <pc:docChgLst>
    <pc:chgData name="﨑本 俊治(奈良高専)" userId="S::i10986@nara.kosen-ac.jp::bfb5b2ce-99e0-4446-88d0-5c41aa06f82a" providerId="AD" clId="Web-{65F121AB-31AC-7327-BC38-A5F13AAD31FD}"/>
    <pc:docChg chg="modSld">
      <pc:chgData name="﨑本 俊治(奈良高専)" userId="S::i10986@nara.kosen-ac.jp::bfb5b2ce-99e0-4446-88d0-5c41aa06f82a" providerId="AD" clId="Web-{65F121AB-31AC-7327-BC38-A5F13AAD31FD}" dt="2025-03-01T13:42:25.732" v="1" actId="1076"/>
      <pc:docMkLst>
        <pc:docMk/>
      </pc:docMkLst>
      <pc:sldChg chg="modSp">
        <pc:chgData name="﨑本 俊治(奈良高専)" userId="S::i10986@nara.kosen-ac.jp::bfb5b2ce-99e0-4446-88d0-5c41aa06f82a" providerId="AD" clId="Web-{65F121AB-31AC-7327-BC38-A5F13AAD31FD}" dt="2025-03-01T13:42:25.732" v="1" actId="1076"/>
        <pc:sldMkLst>
          <pc:docMk/>
          <pc:sldMk cId="2881474542" sldId="274"/>
        </pc:sldMkLst>
        <pc:spChg chg="mod">
          <ac:chgData name="﨑本 俊治(奈良高専)" userId="S::i10986@nara.kosen-ac.jp::bfb5b2ce-99e0-4446-88d0-5c41aa06f82a" providerId="AD" clId="Web-{65F121AB-31AC-7327-BC38-A5F13AAD31FD}" dt="2025-03-01T13:42:25.732" v="1" actId="1076"/>
          <ac:spMkLst>
            <pc:docMk/>
            <pc:sldMk cId="2881474542" sldId="274"/>
            <ac:spMk id="9" creationId="{CEB36067-AA63-2184-6A08-C233D77D018C}"/>
          </ac:spMkLst>
        </pc:spChg>
      </pc:sldChg>
    </pc:docChg>
  </pc:docChgLst>
  <pc:docChgLst>
    <pc:chgData name="﨑本 俊治(奈良高専)" userId="S::i10986@nara.kosen-ac.jp::bfb5b2ce-99e0-4446-88d0-5c41aa06f82a" providerId="AD" clId="Web-{91438DA8-25AE-B20F-C722-251F55F82EAE}"/>
    <pc:docChg chg="addSld delSld modSld sldOrd">
      <pc:chgData name="﨑本 俊治(奈良高専)" userId="S::i10986@nara.kosen-ac.jp::bfb5b2ce-99e0-4446-88d0-5c41aa06f82a" providerId="AD" clId="Web-{91438DA8-25AE-B20F-C722-251F55F82EAE}" dt="2025-03-08T15:02:01.242" v="617" actId="20577"/>
      <pc:docMkLst>
        <pc:docMk/>
      </pc:docMkLst>
      <pc:sldChg chg="modSp">
        <pc:chgData name="﨑本 俊治(奈良高専)" userId="S::i10986@nara.kosen-ac.jp::bfb5b2ce-99e0-4446-88d0-5c41aa06f82a" providerId="AD" clId="Web-{91438DA8-25AE-B20F-C722-251F55F82EAE}" dt="2025-03-08T14:08:02.124" v="58" actId="14100"/>
        <pc:sldMkLst>
          <pc:docMk/>
          <pc:sldMk cId="156148518" sldId="272"/>
        </pc:sldMkLst>
        <pc:spChg chg="mod">
          <ac:chgData name="﨑本 俊治(奈良高専)" userId="S::i10986@nara.kosen-ac.jp::bfb5b2ce-99e0-4446-88d0-5c41aa06f82a" providerId="AD" clId="Web-{91438DA8-25AE-B20F-C722-251F55F82EAE}" dt="2025-03-08T14:07:55.374" v="55" actId="14100"/>
          <ac:spMkLst>
            <pc:docMk/>
            <pc:sldMk cId="156148518" sldId="272"/>
            <ac:spMk id="8" creationId="{2BB37E7A-79DF-5BC8-228C-A1651A5658E5}"/>
          </ac:spMkLst>
        </pc:spChg>
        <pc:spChg chg="mod">
          <ac:chgData name="﨑本 俊治(奈良高専)" userId="S::i10986@nara.kosen-ac.jp::bfb5b2ce-99e0-4446-88d0-5c41aa06f82a" providerId="AD" clId="Web-{91438DA8-25AE-B20F-C722-251F55F82EAE}" dt="2025-03-08T14:07:25.733" v="44" actId="20577"/>
          <ac:spMkLst>
            <pc:docMk/>
            <pc:sldMk cId="156148518" sldId="272"/>
            <ac:spMk id="11" creationId="{49599A52-CF3D-C476-FBC1-802DF66506BC}"/>
          </ac:spMkLst>
        </pc:spChg>
        <pc:spChg chg="mod">
          <ac:chgData name="﨑本 俊治(奈良高専)" userId="S::i10986@nara.kosen-ac.jp::bfb5b2ce-99e0-4446-88d0-5c41aa06f82a" providerId="AD" clId="Web-{91438DA8-25AE-B20F-C722-251F55F82EAE}" dt="2025-03-08T14:08:02.124" v="58" actId="14100"/>
          <ac:spMkLst>
            <pc:docMk/>
            <pc:sldMk cId="156148518" sldId="272"/>
            <ac:spMk id="12" creationId="{CE91B041-9F59-9961-7C97-C40660819853}"/>
          </ac:spMkLst>
        </pc:spChg>
      </pc:sldChg>
      <pc:sldChg chg="modSp">
        <pc:chgData name="﨑本 俊治(奈良高専)" userId="S::i10986@nara.kosen-ac.jp::bfb5b2ce-99e0-4446-88d0-5c41aa06f82a" providerId="AD" clId="Web-{91438DA8-25AE-B20F-C722-251F55F82EAE}" dt="2025-03-08T14:10:27.289" v="89" actId="20577"/>
        <pc:sldMkLst>
          <pc:docMk/>
          <pc:sldMk cId="3263168782" sldId="273"/>
        </pc:sldMkLst>
        <pc:spChg chg="mod">
          <ac:chgData name="﨑本 俊治(奈良高専)" userId="S::i10986@nara.kosen-ac.jp::bfb5b2ce-99e0-4446-88d0-5c41aa06f82a" providerId="AD" clId="Web-{91438DA8-25AE-B20F-C722-251F55F82EAE}" dt="2025-03-08T14:08:08.203" v="60" actId="20577"/>
          <ac:spMkLst>
            <pc:docMk/>
            <pc:sldMk cId="3263168782" sldId="273"/>
            <ac:spMk id="8" creationId="{6DA558FF-491E-0239-CC88-58426887014B}"/>
          </ac:spMkLst>
        </pc:spChg>
        <pc:spChg chg="mod">
          <ac:chgData name="﨑本 俊治(奈良高専)" userId="S::i10986@nara.kosen-ac.jp::bfb5b2ce-99e0-4446-88d0-5c41aa06f82a" providerId="AD" clId="Web-{91438DA8-25AE-B20F-C722-251F55F82EAE}" dt="2025-03-08T14:08:14.734" v="63" actId="20577"/>
          <ac:spMkLst>
            <pc:docMk/>
            <pc:sldMk cId="3263168782" sldId="273"/>
            <ac:spMk id="12" creationId="{AA20C4CC-921A-898E-7886-DE2FE49A4423}"/>
          </ac:spMkLst>
        </pc:spChg>
        <pc:spChg chg="mod">
          <ac:chgData name="﨑本 俊治(奈良高専)" userId="S::i10986@nara.kosen-ac.jp::bfb5b2ce-99e0-4446-88d0-5c41aa06f82a" providerId="AD" clId="Web-{91438DA8-25AE-B20F-C722-251F55F82EAE}" dt="2025-03-08T14:10:27.289" v="89" actId="20577"/>
          <ac:spMkLst>
            <pc:docMk/>
            <pc:sldMk cId="3263168782" sldId="273"/>
            <ac:spMk id="14" creationId="{C18C7D22-EFB4-4D04-72B7-CC35E22C51B2}"/>
          </ac:spMkLst>
        </pc:spChg>
      </pc:sldChg>
      <pc:sldChg chg="new del">
        <pc:chgData name="﨑本 俊治(奈良高専)" userId="S::i10986@nara.kosen-ac.jp::bfb5b2ce-99e0-4446-88d0-5c41aa06f82a" providerId="AD" clId="Web-{91438DA8-25AE-B20F-C722-251F55F82EAE}" dt="2025-03-08T14:10:50.102" v="91"/>
        <pc:sldMkLst>
          <pc:docMk/>
          <pc:sldMk cId="1558907234" sldId="277"/>
        </pc:sldMkLst>
      </pc:sldChg>
      <pc:sldChg chg="delSp modSp add replId">
        <pc:chgData name="﨑本 俊治(奈良高専)" userId="S::i10986@nara.kosen-ac.jp::bfb5b2ce-99e0-4446-88d0-5c41aa06f82a" providerId="AD" clId="Web-{91438DA8-25AE-B20F-C722-251F55F82EAE}" dt="2025-03-08T14:32:23.093" v="411" actId="1076"/>
        <pc:sldMkLst>
          <pc:docMk/>
          <pc:sldMk cId="2038977265" sldId="277"/>
        </pc:sldMkLst>
        <pc:spChg chg="mod">
          <ac:chgData name="﨑本 俊治(奈良高専)" userId="S::i10986@nara.kosen-ac.jp::bfb5b2ce-99e0-4446-88d0-5c41aa06f82a" providerId="AD" clId="Web-{91438DA8-25AE-B20F-C722-251F55F82EAE}" dt="2025-03-08T14:31:47.436" v="394" actId="20577"/>
          <ac:spMkLst>
            <pc:docMk/>
            <pc:sldMk cId="2038977265" sldId="277"/>
            <ac:spMk id="3" creationId="{A2EE1D7B-E56C-4F73-27E9-FE838262CC0C}"/>
          </ac:spMkLst>
        </pc:spChg>
        <pc:spChg chg="mod">
          <ac:chgData name="﨑本 俊治(奈良高専)" userId="S::i10986@nara.kosen-ac.jp::bfb5b2ce-99e0-4446-88d0-5c41aa06f82a" providerId="AD" clId="Web-{91438DA8-25AE-B20F-C722-251F55F82EAE}" dt="2025-03-08T14:32:23.093" v="411" actId="1076"/>
          <ac:spMkLst>
            <pc:docMk/>
            <pc:sldMk cId="2038977265" sldId="277"/>
            <ac:spMk id="8" creationId="{47DA53AD-D6C2-C688-C359-31A7AE043F2A}"/>
          </ac:spMkLst>
        </pc:spChg>
        <pc:spChg chg="mod">
          <ac:chgData name="﨑本 俊治(奈良高専)" userId="S::i10986@nara.kosen-ac.jp::bfb5b2ce-99e0-4446-88d0-5c41aa06f82a" providerId="AD" clId="Web-{91438DA8-25AE-B20F-C722-251F55F82EAE}" dt="2025-03-08T14:28:08.212" v="331" actId="14100"/>
          <ac:spMkLst>
            <pc:docMk/>
            <pc:sldMk cId="2038977265" sldId="277"/>
            <ac:spMk id="11" creationId="{C4CC1EFE-BE94-1FE6-75C7-3A8AEB4FB6B0}"/>
          </ac:spMkLst>
        </pc:spChg>
      </pc:sldChg>
      <pc:sldChg chg="modSp add ord replId">
        <pc:chgData name="﨑本 俊治(奈良高専)" userId="S::i10986@nara.kosen-ac.jp::bfb5b2ce-99e0-4446-88d0-5c41aa06f82a" providerId="AD" clId="Web-{91438DA8-25AE-B20F-C722-251F55F82EAE}" dt="2025-03-08T15:02:01.242" v="617" actId="20577"/>
        <pc:sldMkLst>
          <pc:docMk/>
          <pc:sldMk cId="2958190301" sldId="278"/>
        </pc:sldMkLst>
        <pc:spChg chg="mod">
          <ac:chgData name="﨑本 俊治(奈良高専)" userId="S::i10986@nara.kosen-ac.jp::bfb5b2ce-99e0-4446-88d0-5c41aa06f82a" providerId="AD" clId="Web-{91438DA8-25AE-B20F-C722-251F55F82EAE}" dt="2025-03-08T14:31:55.061" v="397" actId="20577"/>
          <ac:spMkLst>
            <pc:docMk/>
            <pc:sldMk cId="2958190301" sldId="278"/>
            <ac:spMk id="3" creationId="{3E1AB22F-2B30-A60C-0762-068B55F0E8B1}"/>
          </ac:spMkLst>
        </pc:spChg>
        <pc:spChg chg="mod">
          <ac:chgData name="﨑本 俊治(奈良高専)" userId="S::i10986@nara.kosen-ac.jp::bfb5b2ce-99e0-4446-88d0-5c41aa06f82a" providerId="AD" clId="Web-{91438DA8-25AE-B20F-C722-251F55F82EAE}" dt="2025-03-08T14:32:25.484" v="412" actId="1076"/>
          <ac:spMkLst>
            <pc:docMk/>
            <pc:sldMk cId="2958190301" sldId="278"/>
            <ac:spMk id="8" creationId="{35E6A0A3-DE9D-A8E6-CBC2-5D91069FC0B6}"/>
          </ac:spMkLst>
        </pc:spChg>
        <pc:spChg chg="mod">
          <ac:chgData name="﨑本 俊治(奈良高専)" userId="S::i10986@nara.kosen-ac.jp::bfb5b2ce-99e0-4446-88d0-5c41aa06f82a" providerId="AD" clId="Web-{91438DA8-25AE-B20F-C722-251F55F82EAE}" dt="2025-03-08T15:02:01.242" v="617" actId="20577"/>
          <ac:spMkLst>
            <pc:docMk/>
            <pc:sldMk cId="2958190301" sldId="278"/>
            <ac:spMk id="11" creationId="{1B614BEA-4744-C85D-F803-CD8321C15C71}"/>
          </ac:spMkLst>
        </pc:spChg>
        <pc:spChg chg="mod">
          <ac:chgData name="﨑本 俊治(奈良高専)" userId="S::i10986@nara.kosen-ac.jp::bfb5b2ce-99e0-4446-88d0-5c41aa06f82a" providerId="AD" clId="Web-{91438DA8-25AE-B20F-C722-251F55F82EAE}" dt="2025-03-08T14:32:28.562" v="413" actId="1076"/>
          <ac:spMkLst>
            <pc:docMk/>
            <pc:sldMk cId="2958190301" sldId="278"/>
            <ac:spMk id="12" creationId="{A6B74B57-CEA5-CD74-21EC-9B23BB2FB941}"/>
          </ac:spMkLst>
        </pc:spChg>
        <pc:spChg chg="mod">
          <ac:chgData name="﨑本 俊治(奈良高専)" userId="S::i10986@nara.kosen-ac.jp::bfb5b2ce-99e0-4446-88d0-5c41aa06f82a" providerId="AD" clId="Web-{91438DA8-25AE-B20F-C722-251F55F82EAE}" dt="2025-03-08T14:31:36.904" v="389" actId="20577"/>
          <ac:spMkLst>
            <pc:docMk/>
            <pc:sldMk cId="2958190301" sldId="278"/>
            <ac:spMk id="14" creationId="{EB74C8D6-12D3-8CFA-AD89-040895A769AC}"/>
          </ac:spMkLst>
        </pc:spChg>
      </pc:sldChg>
      <pc:sldChg chg="addSp delSp modSp add replId">
        <pc:chgData name="﨑本 俊治(奈良高専)" userId="S::i10986@nara.kosen-ac.jp::bfb5b2ce-99e0-4446-88d0-5c41aa06f82a" providerId="AD" clId="Web-{91438DA8-25AE-B20F-C722-251F55F82EAE}" dt="2025-03-08T14:51:37.197" v="616" actId="20577"/>
        <pc:sldMkLst>
          <pc:docMk/>
          <pc:sldMk cId="1896855342" sldId="279"/>
        </pc:sldMkLst>
        <pc:spChg chg="mod">
          <ac:chgData name="﨑本 俊治(奈良高専)" userId="S::i10986@nara.kosen-ac.jp::bfb5b2ce-99e0-4446-88d0-5c41aa06f82a" providerId="AD" clId="Web-{91438DA8-25AE-B20F-C722-251F55F82EAE}" dt="2025-03-08T14:32:02.952" v="403" actId="20577"/>
          <ac:spMkLst>
            <pc:docMk/>
            <pc:sldMk cId="1896855342" sldId="279"/>
            <ac:spMk id="3" creationId="{CF503E46-4EA9-C6F8-6DE7-715A8481F6AF}"/>
          </ac:spMkLst>
        </pc:spChg>
        <pc:spChg chg="add mod">
          <ac:chgData name="﨑本 俊治(奈良高専)" userId="S::i10986@nara.kosen-ac.jp::bfb5b2ce-99e0-4446-88d0-5c41aa06f82a" providerId="AD" clId="Web-{91438DA8-25AE-B20F-C722-251F55F82EAE}" dt="2025-03-08T14:51:37.197" v="616" actId="20577"/>
          <ac:spMkLst>
            <pc:docMk/>
            <pc:sldMk cId="1896855342" sldId="279"/>
            <ac:spMk id="6" creationId="{A53B3F1E-CC5F-2782-1E40-FB4785C1DBA3}"/>
          </ac:spMkLst>
        </pc:spChg>
        <pc:spChg chg="mod">
          <ac:chgData name="﨑本 俊治(奈良高専)" userId="S::i10986@nara.kosen-ac.jp::bfb5b2ce-99e0-4446-88d0-5c41aa06f82a" providerId="AD" clId="Web-{91438DA8-25AE-B20F-C722-251F55F82EAE}" dt="2025-03-08T14:33:43.798" v="425" actId="20577"/>
          <ac:spMkLst>
            <pc:docMk/>
            <pc:sldMk cId="1896855342" sldId="279"/>
            <ac:spMk id="8" creationId="{A123950B-0F0C-6AD7-498E-E408B44B5226}"/>
          </ac:spMkLst>
        </pc:spChg>
        <pc:spChg chg="mod">
          <ac:chgData name="﨑本 俊治(奈良高専)" userId="S::i10986@nara.kosen-ac.jp::bfb5b2ce-99e0-4446-88d0-5c41aa06f82a" providerId="AD" clId="Web-{91438DA8-25AE-B20F-C722-251F55F82EAE}" dt="2025-03-08T14:48:44.381" v="606" actId="20577"/>
          <ac:spMkLst>
            <pc:docMk/>
            <pc:sldMk cId="1896855342" sldId="279"/>
            <ac:spMk id="11" creationId="{1E204DC5-09A1-1C3B-217D-67CB3C1494F3}"/>
          </ac:spMkLst>
        </pc:spChg>
      </pc:sldChg>
      <pc:sldChg chg="add del replId">
        <pc:chgData name="﨑本 俊治(奈良高専)" userId="S::i10986@nara.kosen-ac.jp::bfb5b2ce-99e0-4446-88d0-5c41aa06f82a" providerId="AD" clId="Web-{91438DA8-25AE-B20F-C722-251F55F82EAE}" dt="2025-03-08T14:36:10.114" v="456"/>
        <pc:sldMkLst>
          <pc:docMk/>
          <pc:sldMk cId="661974984" sldId="280"/>
        </pc:sldMkLst>
      </pc:sldChg>
      <pc:sldChg chg="add del replId">
        <pc:chgData name="﨑本 俊治(奈良高専)" userId="S::i10986@nara.kosen-ac.jp::bfb5b2ce-99e0-4446-88d0-5c41aa06f82a" providerId="AD" clId="Web-{91438DA8-25AE-B20F-C722-251F55F82EAE}" dt="2025-03-08T14:36:21.520" v="458"/>
        <pc:sldMkLst>
          <pc:docMk/>
          <pc:sldMk cId="2870311663" sldId="280"/>
        </pc:sldMkLst>
      </pc:sldChg>
    </pc:docChg>
  </pc:docChgLst>
  <pc:docChgLst>
    <pc:chgData name="﨑本 俊治(奈良高専)" userId="S::i10986@nara.kosen-ac.jp::bfb5b2ce-99e0-4446-88d0-5c41aa06f82a" providerId="AD" clId="Web-{735AC1BC-02DF-59A2-B787-9E684539AAC2}"/>
    <pc:docChg chg="addSld modSld">
      <pc:chgData name="﨑本 俊治(奈良高専)" userId="S::i10986@nara.kosen-ac.jp::bfb5b2ce-99e0-4446-88d0-5c41aa06f82a" providerId="AD" clId="Web-{735AC1BC-02DF-59A2-B787-9E684539AAC2}" dt="2025-02-24T15:16:11.632" v="76"/>
      <pc:docMkLst>
        <pc:docMk/>
      </pc:docMkLst>
      <pc:sldChg chg="modSp">
        <pc:chgData name="﨑本 俊治(奈良高専)" userId="S::i10986@nara.kosen-ac.jp::bfb5b2ce-99e0-4446-88d0-5c41aa06f82a" providerId="AD" clId="Web-{735AC1BC-02DF-59A2-B787-9E684539AAC2}" dt="2025-02-24T15:14:33.786" v="14" actId="20577"/>
        <pc:sldMkLst>
          <pc:docMk/>
          <pc:sldMk cId="1862144396" sldId="263"/>
        </pc:sldMkLst>
        <pc:spChg chg="mod">
          <ac:chgData name="﨑本 俊治(奈良高専)" userId="S::i10986@nara.kosen-ac.jp::bfb5b2ce-99e0-4446-88d0-5c41aa06f82a" providerId="AD" clId="Web-{735AC1BC-02DF-59A2-B787-9E684539AAC2}" dt="2025-02-24T15:14:33.786" v="14" actId="20577"/>
          <ac:spMkLst>
            <pc:docMk/>
            <pc:sldMk cId="1862144396" sldId="263"/>
            <ac:spMk id="13" creationId="{3857ED90-C6AE-70C0-D32D-08B8CE90FD5F}"/>
          </ac:spMkLst>
        </pc:spChg>
      </pc:sldChg>
      <pc:sldChg chg="addSp delSp modSp add replId">
        <pc:chgData name="﨑本 俊治(奈良高専)" userId="S::i10986@nara.kosen-ac.jp::bfb5b2ce-99e0-4446-88d0-5c41aa06f82a" providerId="AD" clId="Web-{735AC1BC-02DF-59A2-B787-9E684539AAC2}" dt="2025-02-24T15:16:11.632" v="76"/>
        <pc:sldMkLst>
          <pc:docMk/>
          <pc:sldMk cId="2888134261" sldId="269"/>
        </pc:sldMkLst>
      </pc:sldChg>
    </pc:docChg>
  </pc:docChgLst>
  <pc:docChgLst>
    <pc:chgData name="﨑本 俊治(奈良高専)" userId="S::i10986@nara.kosen-ac.jp::bfb5b2ce-99e0-4446-88d0-5c41aa06f82a" providerId="AD" clId="Web-{D9F1FC95-DBC7-7F25-C5C7-EBC6F186E374}"/>
    <pc:docChg chg="modSld">
      <pc:chgData name="﨑本 俊治(奈良高専)" userId="S::i10986@nara.kosen-ac.jp::bfb5b2ce-99e0-4446-88d0-5c41aa06f82a" providerId="AD" clId="Web-{D9F1FC95-DBC7-7F25-C5C7-EBC6F186E374}" dt="2025-02-25T15:05:12.081" v="511" actId="20577"/>
      <pc:docMkLst>
        <pc:docMk/>
      </pc:docMkLst>
      <pc:sldChg chg="addSp modSp">
        <pc:chgData name="﨑本 俊治(奈良高専)" userId="S::i10986@nara.kosen-ac.jp::bfb5b2ce-99e0-4446-88d0-5c41aa06f82a" providerId="AD" clId="Web-{D9F1FC95-DBC7-7F25-C5C7-EBC6F186E374}" dt="2025-02-25T15:05:12.081" v="511" actId="20577"/>
        <pc:sldMkLst>
          <pc:docMk/>
          <pc:sldMk cId="144247335" sldId="265"/>
        </pc:sldMkLst>
      </pc:sldChg>
      <pc:sldChg chg="addSp modSp">
        <pc:chgData name="﨑本 俊治(奈良高専)" userId="S::i10986@nara.kosen-ac.jp::bfb5b2ce-99e0-4446-88d0-5c41aa06f82a" providerId="AD" clId="Web-{D9F1FC95-DBC7-7F25-C5C7-EBC6F186E374}" dt="2025-02-25T14:42:24.316" v="497" actId="20577"/>
        <pc:sldMkLst>
          <pc:docMk/>
          <pc:sldMk cId="102356043" sldId="267"/>
        </pc:sldMkLst>
      </pc:sldChg>
      <pc:sldChg chg="modSp">
        <pc:chgData name="﨑本 俊治(奈良高専)" userId="S::i10986@nara.kosen-ac.jp::bfb5b2ce-99e0-4446-88d0-5c41aa06f82a" providerId="AD" clId="Web-{D9F1FC95-DBC7-7F25-C5C7-EBC6F186E374}" dt="2025-02-25T14:13:39.180" v="155" actId="20577"/>
        <pc:sldMkLst>
          <pc:docMk/>
          <pc:sldMk cId="2888134261" sldId="269"/>
        </pc:sldMkLst>
      </pc:sldChg>
      <pc:sldChg chg="modSp">
        <pc:chgData name="﨑本 俊治(奈良高専)" userId="S::i10986@nara.kosen-ac.jp::bfb5b2ce-99e0-4446-88d0-5c41aa06f82a" providerId="AD" clId="Web-{D9F1FC95-DBC7-7F25-C5C7-EBC6F186E374}" dt="2025-02-25T15:04:32.361" v="504" actId="20577"/>
        <pc:sldMkLst>
          <pc:docMk/>
          <pc:sldMk cId="812539145" sldId="270"/>
        </pc:sldMkLst>
        <pc:spChg chg="mod">
          <ac:chgData name="﨑本 俊治(奈良高専)" userId="S::i10986@nara.kosen-ac.jp::bfb5b2ce-99e0-4446-88d0-5c41aa06f82a" providerId="AD" clId="Web-{D9F1FC95-DBC7-7F25-C5C7-EBC6F186E374}" dt="2025-02-25T15:04:32.361" v="504" actId="20577"/>
          <ac:spMkLst>
            <pc:docMk/>
            <pc:sldMk cId="812539145" sldId="270"/>
            <ac:spMk id="17" creationId="{3957901C-2702-6DEA-D5B3-2819B8D2A6DE}"/>
          </ac:spMkLst>
        </pc:spChg>
      </pc:sldChg>
    </pc:docChg>
  </pc:docChgLst>
  <pc:docChgLst>
    <pc:chgData name="﨑本 俊治(奈良高専)" userId="S::i10986@nara.kosen-ac.jp::bfb5b2ce-99e0-4446-88d0-5c41aa06f82a" providerId="AD" clId="Web-{38FA604D-3C26-5E06-F73E-E9C327F858F1}"/>
    <pc:docChg chg="modSld">
      <pc:chgData name="﨑本 俊治(奈良高専)" userId="S::i10986@nara.kosen-ac.jp::bfb5b2ce-99e0-4446-88d0-5c41aa06f82a" providerId="AD" clId="Web-{38FA604D-3C26-5E06-F73E-E9C327F858F1}" dt="2025-02-24T15:20:29.991" v="47" actId="20577"/>
      <pc:docMkLst>
        <pc:docMk/>
      </pc:docMkLst>
      <pc:sldChg chg="addSp delSp modSp">
        <pc:chgData name="﨑本 俊治(奈良高専)" userId="S::i10986@nara.kosen-ac.jp::bfb5b2ce-99e0-4446-88d0-5c41aa06f82a" providerId="AD" clId="Web-{38FA604D-3C26-5E06-F73E-E9C327F858F1}" dt="2025-02-24T15:17:59.002" v="13" actId="20577"/>
        <pc:sldMkLst>
          <pc:docMk/>
          <pc:sldMk cId="144247335" sldId="265"/>
        </pc:sldMkLst>
      </pc:sldChg>
      <pc:sldChg chg="addSp delSp modSp">
        <pc:chgData name="﨑本 俊治(奈良高専)" userId="S::i10986@nara.kosen-ac.jp::bfb5b2ce-99e0-4446-88d0-5c41aa06f82a" providerId="AD" clId="Web-{38FA604D-3C26-5E06-F73E-E9C327F858F1}" dt="2025-02-24T15:20:29.991" v="47" actId="20577"/>
        <pc:sldMkLst>
          <pc:docMk/>
          <pc:sldMk cId="2888134261" sldId="269"/>
        </pc:sldMkLst>
      </pc:sldChg>
    </pc:docChg>
  </pc:docChgLst>
  <pc:docChgLst>
    <pc:chgData name="増井 崇(奈良高専)" userId="79165472-c8cf-41ad-81ff-d1b4b20db645" providerId="ADAL" clId="{D38658BA-D0A1-4796-BDAA-7269A2F26B02}"/>
    <pc:docChg chg="undo custSel addSld modSld modMainMaster">
      <pc:chgData name="増井 崇(奈良高専)" userId="79165472-c8cf-41ad-81ff-d1b4b20db645" providerId="ADAL" clId="{D38658BA-D0A1-4796-BDAA-7269A2F26B02}" dt="2025-04-08T11:55:42.174" v="3387" actId="478"/>
      <pc:docMkLst>
        <pc:docMk/>
      </pc:docMkLst>
      <pc:sldChg chg="addSp modSp mod">
        <pc:chgData name="増井 崇(奈良高専)" userId="79165472-c8cf-41ad-81ff-d1b4b20db645" providerId="ADAL" clId="{D38658BA-D0A1-4796-BDAA-7269A2F26B02}" dt="2025-02-26T14:53:29.481" v="3245" actId="14100"/>
        <pc:sldMkLst>
          <pc:docMk/>
          <pc:sldMk cId="1862144396" sldId="263"/>
        </pc:sldMkLst>
        <pc:spChg chg="mod">
          <ac:chgData name="増井 崇(奈良高専)" userId="79165472-c8cf-41ad-81ff-d1b4b20db645" providerId="ADAL" clId="{D38658BA-D0A1-4796-BDAA-7269A2F26B02}" dt="2025-02-26T14:44:24.266" v="2563" actId="164"/>
          <ac:spMkLst>
            <pc:docMk/>
            <pc:sldMk cId="1862144396" sldId="263"/>
            <ac:spMk id="6" creationId="{A5CD7317-8D29-4675-B86F-C88E0DFE5BBB}"/>
          </ac:spMkLst>
        </pc:spChg>
        <pc:spChg chg="mod">
          <ac:chgData name="増井 崇(奈良高専)" userId="79165472-c8cf-41ad-81ff-d1b4b20db645" providerId="ADAL" clId="{D38658BA-D0A1-4796-BDAA-7269A2F26B02}" dt="2025-02-26T14:47:00.924" v="3222" actId="20577"/>
          <ac:spMkLst>
            <pc:docMk/>
            <pc:sldMk cId="1862144396" sldId="263"/>
            <ac:spMk id="13" creationId="{3857ED90-C6AE-70C0-D32D-08B8CE90FD5F}"/>
          </ac:spMkLst>
        </pc:spChg>
        <pc:spChg chg="mod">
          <ac:chgData name="増井 崇(奈良高専)" userId="79165472-c8cf-41ad-81ff-d1b4b20db645" providerId="ADAL" clId="{D38658BA-D0A1-4796-BDAA-7269A2F26B02}" dt="2025-02-26T14:53:24.947" v="3244" actId="14100"/>
          <ac:spMkLst>
            <pc:docMk/>
            <pc:sldMk cId="1862144396" sldId="263"/>
            <ac:spMk id="23" creationId="{1678A35C-B0D0-CB6E-1980-0B8843CF2002}"/>
          </ac:spMkLst>
        </pc:spChg>
        <pc:spChg chg="mod">
          <ac:chgData name="増井 崇(奈良高専)" userId="79165472-c8cf-41ad-81ff-d1b4b20db645" providerId="ADAL" clId="{D38658BA-D0A1-4796-BDAA-7269A2F26B02}" dt="2025-02-26T14:53:29.481" v="3245" actId="14100"/>
          <ac:spMkLst>
            <pc:docMk/>
            <pc:sldMk cId="1862144396" sldId="263"/>
            <ac:spMk id="24" creationId="{B19B9785-2BB3-6D86-85B6-E733967403AE}"/>
          </ac:spMkLst>
        </pc:spChg>
        <pc:spChg chg="mod">
          <ac:chgData name="増井 崇(奈良高専)" userId="79165472-c8cf-41ad-81ff-d1b4b20db645" providerId="ADAL" clId="{D38658BA-D0A1-4796-BDAA-7269A2F26B02}" dt="2025-02-26T14:44:24.266" v="2563" actId="164"/>
          <ac:spMkLst>
            <pc:docMk/>
            <pc:sldMk cId="1862144396" sldId="263"/>
            <ac:spMk id="25" creationId="{53895727-104B-A5BA-86A7-B680223957B2}"/>
          </ac:spMkLst>
        </pc:spChg>
        <pc:spChg chg="mod">
          <ac:chgData name="増井 崇(奈良高専)" userId="79165472-c8cf-41ad-81ff-d1b4b20db645" providerId="ADAL" clId="{D38658BA-D0A1-4796-BDAA-7269A2F26B02}" dt="2025-02-26T14:44:24.266" v="2563" actId="164"/>
          <ac:spMkLst>
            <pc:docMk/>
            <pc:sldMk cId="1862144396" sldId="263"/>
            <ac:spMk id="34" creationId="{069C999A-D9F5-5AE5-704E-A8D1A50DACA7}"/>
          </ac:spMkLst>
        </pc:spChg>
        <pc:spChg chg="mod">
          <ac:chgData name="増井 崇(奈良高専)" userId="79165472-c8cf-41ad-81ff-d1b4b20db645" providerId="ADAL" clId="{D38658BA-D0A1-4796-BDAA-7269A2F26B02}" dt="2025-02-26T14:44:24.266" v="2563" actId="164"/>
          <ac:spMkLst>
            <pc:docMk/>
            <pc:sldMk cId="1862144396" sldId="263"/>
            <ac:spMk id="36" creationId="{6EA80F81-70B3-DAB4-C0B6-397820DA7E94}"/>
          </ac:spMkLst>
        </pc:spChg>
        <pc:spChg chg="mod">
          <ac:chgData name="増井 崇(奈良高専)" userId="79165472-c8cf-41ad-81ff-d1b4b20db645" providerId="ADAL" clId="{D38658BA-D0A1-4796-BDAA-7269A2F26B02}" dt="2025-02-26T14:44:24.266" v="2563" actId="164"/>
          <ac:spMkLst>
            <pc:docMk/>
            <pc:sldMk cId="1862144396" sldId="263"/>
            <ac:spMk id="38" creationId="{DA738941-9936-09DD-A7F0-ACA8977CEB7F}"/>
          </ac:spMkLst>
        </pc:spChg>
        <pc:spChg chg="mod">
          <ac:chgData name="増井 崇(奈良高専)" userId="79165472-c8cf-41ad-81ff-d1b4b20db645" providerId="ADAL" clId="{D38658BA-D0A1-4796-BDAA-7269A2F26B02}" dt="2025-02-26T14:44:24.266" v="2563" actId="164"/>
          <ac:spMkLst>
            <pc:docMk/>
            <pc:sldMk cId="1862144396" sldId="263"/>
            <ac:spMk id="40" creationId="{7639C28C-B5EA-F573-026B-D3C70D896C19}"/>
          </ac:spMkLst>
        </pc:spChg>
        <pc:spChg chg="mod">
          <ac:chgData name="増井 崇(奈良高専)" userId="79165472-c8cf-41ad-81ff-d1b4b20db645" providerId="ADAL" clId="{D38658BA-D0A1-4796-BDAA-7269A2F26B02}" dt="2025-02-26T14:44:24.266" v="2563" actId="164"/>
          <ac:spMkLst>
            <pc:docMk/>
            <pc:sldMk cId="1862144396" sldId="263"/>
            <ac:spMk id="42" creationId="{434F822E-9E71-81B9-8596-71EE56CE505E}"/>
          </ac:spMkLst>
        </pc:spChg>
        <pc:spChg chg="mod">
          <ac:chgData name="増井 崇(奈良高専)" userId="79165472-c8cf-41ad-81ff-d1b4b20db645" providerId="ADAL" clId="{D38658BA-D0A1-4796-BDAA-7269A2F26B02}" dt="2025-02-26T14:44:24.266" v="2563" actId="164"/>
          <ac:spMkLst>
            <pc:docMk/>
            <pc:sldMk cId="1862144396" sldId="263"/>
            <ac:spMk id="43" creationId="{4D8D20AA-0742-CD69-3FB3-78F0E82CFF73}"/>
          </ac:spMkLst>
        </pc:spChg>
        <pc:grpChg chg="mod">
          <ac:chgData name="増井 崇(奈良高専)" userId="79165472-c8cf-41ad-81ff-d1b4b20db645" providerId="ADAL" clId="{D38658BA-D0A1-4796-BDAA-7269A2F26B02}" dt="2025-02-26T14:53:18.572" v="3242" actId="14100"/>
          <ac:grpSpMkLst>
            <pc:docMk/>
            <pc:sldMk cId="1862144396" sldId="263"/>
            <ac:grpSpMk id="11" creationId="{FA251747-73D9-7670-3D35-AAD66D284BB3}"/>
          </ac:grpSpMkLst>
        </pc:grpChg>
      </pc:sldChg>
      <pc:sldChg chg="addSp delSp modSp mod">
        <pc:chgData name="増井 崇(奈良高専)" userId="79165472-c8cf-41ad-81ff-d1b4b20db645" providerId="ADAL" clId="{D38658BA-D0A1-4796-BDAA-7269A2F26B02}" dt="2025-03-03T12:34:49.159" v="3370"/>
        <pc:sldMkLst>
          <pc:docMk/>
          <pc:sldMk cId="102356043" sldId="267"/>
        </pc:sldMkLst>
        <pc:spChg chg="add mod">
          <ac:chgData name="増井 崇(奈良高専)" userId="79165472-c8cf-41ad-81ff-d1b4b20db645" providerId="ADAL" clId="{D38658BA-D0A1-4796-BDAA-7269A2F26B02}" dt="2025-02-26T14:43:32.992" v="2560"/>
          <ac:spMkLst>
            <pc:docMk/>
            <pc:sldMk cId="102356043" sldId="267"/>
            <ac:spMk id="8" creationId="{4CCA8921-47BA-71A1-309C-FB69EB16153C}"/>
          </ac:spMkLst>
        </pc:spChg>
        <pc:spChg chg="add mod">
          <ac:chgData name="増井 崇(奈良高専)" userId="79165472-c8cf-41ad-81ff-d1b4b20db645" providerId="ADAL" clId="{D38658BA-D0A1-4796-BDAA-7269A2F26B02}" dt="2025-02-26T14:41:57.155" v="2149"/>
          <ac:spMkLst>
            <pc:docMk/>
            <pc:sldMk cId="102356043" sldId="267"/>
            <ac:spMk id="9" creationId="{CFB84B2A-BD8A-6735-2818-4CA316E2A93F}"/>
          </ac:spMkLst>
        </pc:spChg>
        <pc:spChg chg="add mod">
          <ac:chgData name="増井 崇(奈良高専)" userId="79165472-c8cf-41ad-81ff-d1b4b20db645" providerId="ADAL" clId="{D38658BA-D0A1-4796-BDAA-7269A2F26B02}" dt="2025-03-03T12:34:49.159" v="3370"/>
          <ac:spMkLst>
            <pc:docMk/>
            <pc:sldMk cId="102356043" sldId="267"/>
            <ac:spMk id="10" creationId="{244E6046-39F8-5A92-342A-F5120E4307DC}"/>
          </ac:spMkLst>
        </pc:spChg>
      </pc:sldChg>
      <pc:sldChg chg="modSp mod">
        <pc:chgData name="増井 崇(奈良高専)" userId="79165472-c8cf-41ad-81ff-d1b4b20db645" providerId="ADAL" clId="{D38658BA-D0A1-4796-BDAA-7269A2F26B02}" dt="2025-02-26T14:55:28.909" v="3352" actId="20577"/>
        <pc:sldMkLst>
          <pc:docMk/>
          <pc:sldMk cId="812539145" sldId="270"/>
        </pc:sldMkLst>
        <pc:spChg chg="mod">
          <ac:chgData name="増井 崇(奈良高専)" userId="79165472-c8cf-41ad-81ff-d1b4b20db645" providerId="ADAL" clId="{D38658BA-D0A1-4796-BDAA-7269A2F26B02}" dt="2025-02-26T14:47:47.724" v="3225" actId="1076"/>
          <ac:spMkLst>
            <pc:docMk/>
            <pc:sldMk cId="812539145" sldId="270"/>
            <ac:spMk id="9" creationId="{2615FC8A-33B0-A209-A586-31190C7BAFB0}"/>
          </ac:spMkLst>
        </pc:spChg>
        <pc:spChg chg="mod">
          <ac:chgData name="増井 崇(奈良高専)" userId="79165472-c8cf-41ad-81ff-d1b4b20db645" providerId="ADAL" clId="{D38658BA-D0A1-4796-BDAA-7269A2F26B02}" dt="2025-02-26T14:47:47.724" v="3225" actId="1076"/>
          <ac:spMkLst>
            <pc:docMk/>
            <pc:sldMk cId="812539145" sldId="270"/>
            <ac:spMk id="11" creationId="{EEA7D330-C13E-0AEE-0FC3-087743463DC8}"/>
          </ac:spMkLst>
        </pc:spChg>
        <pc:spChg chg="mod">
          <ac:chgData name="増井 崇(奈良高専)" userId="79165472-c8cf-41ad-81ff-d1b4b20db645" providerId="ADAL" clId="{D38658BA-D0A1-4796-BDAA-7269A2F26B02}" dt="2025-02-26T14:55:28.909" v="3352" actId="20577"/>
          <ac:spMkLst>
            <pc:docMk/>
            <pc:sldMk cId="812539145" sldId="270"/>
            <ac:spMk id="17" creationId="{3957901C-2702-6DEA-D5B3-2819B8D2A6DE}"/>
          </ac:spMkLst>
        </pc:spChg>
      </pc:sldChg>
      <pc:sldChg chg="delSp modSp mod">
        <pc:chgData name="増井 崇(奈良高専)" userId="79165472-c8cf-41ad-81ff-d1b4b20db645" providerId="ADAL" clId="{D38658BA-D0A1-4796-BDAA-7269A2F26B02}" dt="2025-02-26T14:36:12.516" v="1554"/>
        <pc:sldMkLst>
          <pc:docMk/>
          <pc:sldMk cId="156148518" sldId="272"/>
        </pc:sldMkLst>
        <pc:spChg chg="mod">
          <ac:chgData name="増井 崇(奈良高専)" userId="79165472-c8cf-41ad-81ff-d1b4b20db645" providerId="ADAL" clId="{D38658BA-D0A1-4796-BDAA-7269A2F26B02}" dt="2025-02-26T14:30:19.825" v="44" actId="1076"/>
          <ac:spMkLst>
            <pc:docMk/>
            <pc:sldMk cId="156148518" sldId="272"/>
            <ac:spMk id="8" creationId="{2BB37E7A-79DF-5BC8-228C-A1651A5658E5}"/>
          </ac:spMkLst>
        </pc:spChg>
        <pc:spChg chg="mod">
          <ac:chgData name="増井 崇(奈良高専)" userId="79165472-c8cf-41ad-81ff-d1b4b20db645" providerId="ADAL" clId="{D38658BA-D0A1-4796-BDAA-7269A2F26B02}" dt="2025-02-26T14:36:12.516" v="1554"/>
          <ac:spMkLst>
            <pc:docMk/>
            <pc:sldMk cId="156148518" sldId="272"/>
            <ac:spMk id="11" creationId="{49599A52-CF3D-C476-FBC1-802DF66506BC}"/>
          </ac:spMkLst>
        </pc:spChg>
        <pc:spChg chg="mod">
          <ac:chgData name="増井 崇(奈良高専)" userId="79165472-c8cf-41ad-81ff-d1b4b20db645" providerId="ADAL" clId="{D38658BA-D0A1-4796-BDAA-7269A2F26B02}" dt="2025-02-26T14:30:25.748" v="45" actId="1076"/>
          <ac:spMkLst>
            <pc:docMk/>
            <pc:sldMk cId="156148518" sldId="272"/>
            <ac:spMk id="12" creationId="{CE91B041-9F59-9961-7C97-C40660819853}"/>
          </ac:spMkLst>
        </pc:spChg>
        <pc:spChg chg="mod">
          <ac:chgData name="増井 崇(奈良高専)" userId="79165472-c8cf-41ad-81ff-d1b4b20db645" providerId="ADAL" clId="{D38658BA-D0A1-4796-BDAA-7269A2F26B02}" dt="2025-02-26T14:30:25.748" v="45" actId="1076"/>
          <ac:spMkLst>
            <pc:docMk/>
            <pc:sldMk cId="156148518" sldId="272"/>
            <ac:spMk id="14" creationId="{4FB1C129-EBAB-813A-DFDF-FB3F871C34A4}"/>
          </ac:spMkLst>
        </pc:spChg>
        <pc:cxnChg chg="mod">
          <ac:chgData name="増井 崇(奈良高専)" userId="79165472-c8cf-41ad-81ff-d1b4b20db645" providerId="ADAL" clId="{D38658BA-D0A1-4796-BDAA-7269A2F26B02}" dt="2025-02-26T14:30:19.825" v="44" actId="1076"/>
          <ac:cxnSpMkLst>
            <pc:docMk/>
            <pc:sldMk cId="156148518" sldId="272"/>
            <ac:cxnSpMk id="10" creationId="{6BD50E0C-BD53-7314-926B-1615E457FE88}"/>
          </ac:cxnSpMkLst>
        </pc:cxnChg>
        <pc:cxnChg chg="mod">
          <ac:chgData name="増井 崇(奈良高専)" userId="79165472-c8cf-41ad-81ff-d1b4b20db645" providerId="ADAL" clId="{D38658BA-D0A1-4796-BDAA-7269A2F26B02}" dt="2025-02-26T14:30:25.748" v="45" actId="1076"/>
          <ac:cxnSpMkLst>
            <pc:docMk/>
            <pc:sldMk cId="156148518" sldId="272"/>
            <ac:cxnSpMk id="13" creationId="{BDE04848-4AB8-89D4-39E5-D7A15321BEA1}"/>
          </ac:cxnSpMkLst>
        </pc:cxnChg>
      </pc:sldChg>
      <pc:sldChg chg="addSp delSp modSp mod">
        <pc:chgData name="増井 崇(奈良高専)" userId="79165472-c8cf-41ad-81ff-d1b4b20db645" providerId="ADAL" clId="{D38658BA-D0A1-4796-BDAA-7269A2F26B02}" dt="2025-02-26T14:31:01.597" v="51" actId="1076"/>
        <pc:sldMkLst>
          <pc:docMk/>
          <pc:sldMk cId="3263168782" sldId="273"/>
        </pc:sldMkLst>
        <pc:spChg chg="mod">
          <ac:chgData name="増井 崇(奈良高専)" userId="79165472-c8cf-41ad-81ff-d1b4b20db645" providerId="ADAL" clId="{D38658BA-D0A1-4796-BDAA-7269A2F26B02}" dt="2025-02-26T14:30:49.885" v="50" actId="1076"/>
          <ac:spMkLst>
            <pc:docMk/>
            <pc:sldMk cId="3263168782" sldId="273"/>
            <ac:spMk id="8" creationId="{6DA558FF-491E-0239-CC88-58426887014B}"/>
          </ac:spMkLst>
        </pc:spChg>
        <pc:spChg chg="mod">
          <ac:chgData name="増井 崇(奈良高専)" userId="79165472-c8cf-41ad-81ff-d1b4b20db645" providerId="ADAL" clId="{D38658BA-D0A1-4796-BDAA-7269A2F26B02}" dt="2025-02-26T14:30:49.885" v="50" actId="1076"/>
          <ac:spMkLst>
            <pc:docMk/>
            <pc:sldMk cId="3263168782" sldId="273"/>
            <ac:spMk id="11" creationId="{69DA64CF-3D50-49B9-88E0-19F41D27F500}"/>
          </ac:spMkLst>
        </pc:spChg>
        <pc:spChg chg="mod">
          <ac:chgData name="増井 崇(奈良高専)" userId="79165472-c8cf-41ad-81ff-d1b4b20db645" providerId="ADAL" clId="{D38658BA-D0A1-4796-BDAA-7269A2F26B02}" dt="2025-02-26T14:31:01.597" v="51" actId="1076"/>
          <ac:spMkLst>
            <pc:docMk/>
            <pc:sldMk cId="3263168782" sldId="273"/>
            <ac:spMk id="12" creationId="{AA20C4CC-921A-898E-7886-DE2FE49A4423}"/>
          </ac:spMkLst>
        </pc:spChg>
        <pc:spChg chg="mod">
          <ac:chgData name="増井 崇(奈良高専)" userId="79165472-c8cf-41ad-81ff-d1b4b20db645" providerId="ADAL" clId="{D38658BA-D0A1-4796-BDAA-7269A2F26B02}" dt="2025-02-26T14:31:01.597" v="51" actId="1076"/>
          <ac:spMkLst>
            <pc:docMk/>
            <pc:sldMk cId="3263168782" sldId="273"/>
            <ac:spMk id="14" creationId="{C18C7D22-EFB4-4D04-72B7-CC35E22C51B2}"/>
          </ac:spMkLst>
        </pc:spChg>
        <pc:cxnChg chg="mod">
          <ac:chgData name="増井 崇(奈良高専)" userId="79165472-c8cf-41ad-81ff-d1b4b20db645" providerId="ADAL" clId="{D38658BA-D0A1-4796-BDAA-7269A2F26B02}" dt="2025-02-26T14:30:49.885" v="50" actId="1076"/>
          <ac:cxnSpMkLst>
            <pc:docMk/>
            <pc:sldMk cId="3263168782" sldId="273"/>
            <ac:cxnSpMk id="10" creationId="{9E159876-1930-4AC4-9F84-3313C6D897DA}"/>
          </ac:cxnSpMkLst>
        </pc:cxnChg>
        <pc:cxnChg chg="mod">
          <ac:chgData name="増井 崇(奈良高専)" userId="79165472-c8cf-41ad-81ff-d1b4b20db645" providerId="ADAL" clId="{D38658BA-D0A1-4796-BDAA-7269A2F26B02}" dt="2025-02-26T14:31:01.597" v="51" actId="1076"/>
          <ac:cxnSpMkLst>
            <pc:docMk/>
            <pc:sldMk cId="3263168782" sldId="273"/>
            <ac:cxnSpMk id="13" creationId="{111C1B85-FE7A-FF7C-372A-A1C2E66A3D08}"/>
          </ac:cxnSpMkLst>
        </pc:cxnChg>
      </pc:sldChg>
      <pc:sldChg chg="modSp add mod">
        <pc:chgData name="増井 崇(奈良高専)" userId="79165472-c8cf-41ad-81ff-d1b4b20db645" providerId="ADAL" clId="{D38658BA-D0A1-4796-BDAA-7269A2F26B02}" dt="2025-02-26T14:55:48.554" v="3353"/>
        <pc:sldMkLst>
          <pc:docMk/>
          <pc:sldMk cId="2881474542" sldId="274"/>
        </pc:sldMkLst>
        <pc:spChg chg="mod">
          <ac:chgData name="増井 崇(奈良高専)" userId="79165472-c8cf-41ad-81ff-d1b4b20db645" providerId="ADAL" clId="{D38658BA-D0A1-4796-BDAA-7269A2F26B02}" dt="2025-02-26T14:49:22.113" v="3229" actId="207"/>
          <ac:spMkLst>
            <pc:docMk/>
            <pc:sldMk cId="2881474542" sldId="274"/>
            <ac:spMk id="10" creationId="{AF6E952B-3672-887D-718B-6BCDB5E300FE}"/>
          </ac:spMkLst>
        </pc:spChg>
        <pc:spChg chg="mod">
          <ac:chgData name="増井 崇(奈良高専)" userId="79165472-c8cf-41ad-81ff-d1b4b20db645" providerId="ADAL" clId="{D38658BA-D0A1-4796-BDAA-7269A2F26B02}" dt="2025-02-26T14:49:57.328" v="3231" actId="207"/>
          <ac:spMkLst>
            <pc:docMk/>
            <pc:sldMk cId="2881474542" sldId="274"/>
            <ac:spMk id="11" creationId="{ED124518-2978-4E06-7058-8947B4F370C6}"/>
          </ac:spMkLst>
        </pc:spChg>
        <pc:spChg chg="mod">
          <ac:chgData name="増井 崇(奈良高専)" userId="79165472-c8cf-41ad-81ff-d1b4b20db645" providerId="ADAL" clId="{D38658BA-D0A1-4796-BDAA-7269A2F26B02}" dt="2025-02-26T14:49:22.113" v="3229" actId="207"/>
          <ac:spMkLst>
            <pc:docMk/>
            <pc:sldMk cId="2881474542" sldId="274"/>
            <ac:spMk id="16" creationId="{49EF00CF-2473-17ED-6063-6788748FA21A}"/>
          </ac:spMkLst>
        </pc:spChg>
        <pc:spChg chg="mod">
          <ac:chgData name="増井 崇(奈良高専)" userId="79165472-c8cf-41ad-81ff-d1b4b20db645" providerId="ADAL" clId="{D38658BA-D0A1-4796-BDAA-7269A2F26B02}" dt="2025-02-26T14:55:48.554" v="3353"/>
          <ac:spMkLst>
            <pc:docMk/>
            <pc:sldMk cId="2881474542" sldId="274"/>
            <ac:spMk id="17" creationId="{840848A3-BBE3-BEA6-C349-043FBB5792A0}"/>
          </ac:spMkLst>
        </pc:spChg>
        <pc:cxnChg chg="mod">
          <ac:chgData name="増井 崇(奈良高専)" userId="79165472-c8cf-41ad-81ff-d1b4b20db645" providerId="ADAL" clId="{D38658BA-D0A1-4796-BDAA-7269A2F26B02}" dt="2025-02-26T14:51:44.793" v="3240" actId="208"/>
          <ac:cxnSpMkLst>
            <pc:docMk/>
            <pc:sldMk cId="2881474542" sldId="274"/>
            <ac:cxnSpMk id="21" creationId="{168DC10D-A482-FC97-FCCF-78FD3D02C886}"/>
          </ac:cxnSpMkLst>
        </pc:cxnChg>
        <pc:cxnChg chg="mod">
          <ac:chgData name="増井 崇(奈良高専)" userId="79165472-c8cf-41ad-81ff-d1b4b20db645" providerId="ADAL" clId="{D38658BA-D0A1-4796-BDAA-7269A2F26B02}" dt="2025-02-26T14:51:44.793" v="3240" actId="208"/>
          <ac:cxnSpMkLst>
            <pc:docMk/>
            <pc:sldMk cId="2881474542" sldId="274"/>
            <ac:cxnSpMk id="22" creationId="{8FE8255B-80CA-7767-92EF-D529A6840D51}"/>
          </ac:cxnSpMkLst>
        </pc:cxnChg>
      </pc:sldChg>
      <pc:sldChg chg="modSp add mod">
        <pc:chgData name="増井 崇(奈良高専)" userId="79165472-c8cf-41ad-81ff-d1b4b20db645" providerId="ADAL" clId="{D38658BA-D0A1-4796-BDAA-7269A2F26B02}" dt="2025-02-26T14:55:52.974" v="3354"/>
        <pc:sldMkLst>
          <pc:docMk/>
          <pc:sldMk cId="1966942981" sldId="275"/>
        </pc:sldMkLst>
        <pc:spChg chg="mod">
          <ac:chgData name="増井 崇(奈良高専)" userId="79165472-c8cf-41ad-81ff-d1b4b20db645" providerId="ADAL" clId="{D38658BA-D0A1-4796-BDAA-7269A2F26B02}" dt="2025-02-26T14:51:01.705" v="3235" actId="207"/>
          <ac:spMkLst>
            <pc:docMk/>
            <pc:sldMk cId="1966942981" sldId="275"/>
            <ac:spMk id="8" creationId="{8DD47F58-7702-9496-EBC7-72BBEA0CC1DE}"/>
          </ac:spMkLst>
        </pc:spChg>
        <pc:spChg chg="mod">
          <ac:chgData name="増井 崇(奈良高専)" userId="79165472-c8cf-41ad-81ff-d1b4b20db645" providerId="ADAL" clId="{D38658BA-D0A1-4796-BDAA-7269A2F26B02}" dt="2025-02-26T14:50:44.208" v="3232" actId="207"/>
          <ac:spMkLst>
            <pc:docMk/>
            <pc:sldMk cId="1966942981" sldId="275"/>
            <ac:spMk id="9" creationId="{9A7FD68D-E5B4-5F15-372A-A36BD1CAF832}"/>
          </ac:spMkLst>
        </pc:spChg>
        <pc:spChg chg="mod">
          <ac:chgData name="増井 崇(奈良高専)" userId="79165472-c8cf-41ad-81ff-d1b4b20db645" providerId="ADAL" clId="{D38658BA-D0A1-4796-BDAA-7269A2F26B02}" dt="2025-02-26T14:51:01.705" v="3235" actId="207"/>
          <ac:spMkLst>
            <pc:docMk/>
            <pc:sldMk cId="1966942981" sldId="275"/>
            <ac:spMk id="16" creationId="{9824D556-8B56-AA0E-5BA2-E6F9A4230800}"/>
          </ac:spMkLst>
        </pc:spChg>
        <pc:spChg chg="mod">
          <ac:chgData name="増井 崇(奈良高専)" userId="79165472-c8cf-41ad-81ff-d1b4b20db645" providerId="ADAL" clId="{D38658BA-D0A1-4796-BDAA-7269A2F26B02}" dt="2025-02-26T14:55:52.974" v="3354"/>
          <ac:spMkLst>
            <pc:docMk/>
            <pc:sldMk cId="1966942981" sldId="275"/>
            <ac:spMk id="17" creationId="{0AD455E3-A90B-AF4B-6CDD-0AF14D099335}"/>
          </ac:spMkLst>
        </pc:spChg>
        <pc:cxnChg chg="mod">
          <ac:chgData name="増井 崇(奈良高専)" userId="79165472-c8cf-41ad-81ff-d1b4b20db645" providerId="ADAL" clId="{D38658BA-D0A1-4796-BDAA-7269A2F26B02}" dt="2025-02-26T14:51:51.887" v="3241" actId="208"/>
          <ac:cxnSpMkLst>
            <pc:docMk/>
            <pc:sldMk cId="1966942981" sldId="275"/>
            <ac:cxnSpMk id="20" creationId="{779936D3-0E1F-53DA-6141-F700A2782F3E}"/>
          </ac:cxnSpMkLst>
        </pc:cxnChg>
        <pc:cxnChg chg="mod">
          <ac:chgData name="増井 崇(奈良高専)" userId="79165472-c8cf-41ad-81ff-d1b4b20db645" providerId="ADAL" clId="{D38658BA-D0A1-4796-BDAA-7269A2F26B02}" dt="2025-02-26T14:51:51.887" v="3241" actId="208"/>
          <ac:cxnSpMkLst>
            <pc:docMk/>
            <pc:sldMk cId="1966942981" sldId="275"/>
            <ac:cxnSpMk id="22" creationId="{5ABE3BBF-9799-BC06-823A-D8E774692DFB}"/>
          </ac:cxnSpMkLst>
        </pc:cxnChg>
      </pc:sldChg>
      <pc:sldChg chg="modSp add mod">
        <pc:chgData name="増井 崇(奈良高専)" userId="79165472-c8cf-41ad-81ff-d1b4b20db645" providerId="ADAL" clId="{D38658BA-D0A1-4796-BDAA-7269A2F26B02}" dt="2025-02-26T14:56:01.887" v="3355"/>
        <pc:sldMkLst>
          <pc:docMk/>
          <pc:sldMk cId="3371119343" sldId="276"/>
        </pc:sldMkLst>
        <pc:spChg chg="mod">
          <ac:chgData name="増井 崇(奈良高専)" userId="79165472-c8cf-41ad-81ff-d1b4b20db645" providerId="ADAL" clId="{D38658BA-D0A1-4796-BDAA-7269A2F26B02}" dt="2025-02-26T14:51:23.568" v="3238" actId="207"/>
          <ac:spMkLst>
            <pc:docMk/>
            <pc:sldMk cId="3371119343" sldId="276"/>
            <ac:spMk id="8" creationId="{B0FAD878-C63A-FFE5-BCC7-5AB1E2843998}"/>
          </ac:spMkLst>
        </pc:spChg>
        <pc:spChg chg="mod">
          <ac:chgData name="増井 崇(奈良高専)" userId="79165472-c8cf-41ad-81ff-d1b4b20db645" providerId="ADAL" clId="{D38658BA-D0A1-4796-BDAA-7269A2F26B02}" dt="2025-02-26T14:50:51.485" v="3234" actId="207"/>
          <ac:spMkLst>
            <pc:docMk/>
            <pc:sldMk cId="3371119343" sldId="276"/>
            <ac:spMk id="9" creationId="{E210221A-62D5-2623-B0DF-82EBCF191114}"/>
          </ac:spMkLst>
        </pc:spChg>
        <pc:spChg chg="mod">
          <ac:chgData name="増井 崇(奈良高専)" userId="79165472-c8cf-41ad-81ff-d1b4b20db645" providerId="ADAL" clId="{D38658BA-D0A1-4796-BDAA-7269A2F26B02}" dt="2025-02-26T14:51:23.568" v="3238" actId="207"/>
          <ac:spMkLst>
            <pc:docMk/>
            <pc:sldMk cId="3371119343" sldId="276"/>
            <ac:spMk id="10" creationId="{76A3AB41-59E0-F063-3DF5-9BB5C4ADCBBB}"/>
          </ac:spMkLst>
        </pc:spChg>
        <pc:spChg chg="mod">
          <ac:chgData name="増井 崇(奈良高専)" userId="79165472-c8cf-41ad-81ff-d1b4b20db645" providerId="ADAL" clId="{D38658BA-D0A1-4796-BDAA-7269A2F26B02}" dt="2025-02-26T14:50:51.485" v="3234" actId="207"/>
          <ac:spMkLst>
            <pc:docMk/>
            <pc:sldMk cId="3371119343" sldId="276"/>
            <ac:spMk id="11" creationId="{CA955CCA-EDA0-6B37-DA8B-35D68A2AE9C6}"/>
          </ac:spMkLst>
        </pc:spChg>
        <pc:spChg chg="mod">
          <ac:chgData name="増井 崇(奈良高専)" userId="79165472-c8cf-41ad-81ff-d1b4b20db645" providerId="ADAL" clId="{D38658BA-D0A1-4796-BDAA-7269A2F26B02}" dt="2025-02-26T14:51:18.311" v="3237" actId="207"/>
          <ac:spMkLst>
            <pc:docMk/>
            <pc:sldMk cId="3371119343" sldId="276"/>
            <ac:spMk id="16" creationId="{272E4E19-8923-2B6E-B1A0-F593277DD0A3}"/>
          </ac:spMkLst>
        </pc:spChg>
        <pc:spChg chg="mod">
          <ac:chgData name="増井 崇(奈良高専)" userId="79165472-c8cf-41ad-81ff-d1b4b20db645" providerId="ADAL" clId="{D38658BA-D0A1-4796-BDAA-7269A2F26B02}" dt="2025-02-26T14:56:01.887" v="3355"/>
          <ac:spMkLst>
            <pc:docMk/>
            <pc:sldMk cId="3371119343" sldId="276"/>
            <ac:spMk id="17" creationId="{ABBF74D3-8A61-68CD-CC3A-CAB72D204330}"/>
          </ac:spMkLst>
        </pc:spChg>
        <pc:cxnChg chg="mod">
          <ac:chgData name="増井 崇(奈良高専)" userId="79165472-c8cf-41ad-81ff-d1b4b20db645" providerId="ADAL" clId="{D38658BA-D0A1-4796-BDAA-7269A2F26B02}" dt="2025-02-26T14:51:32.476" v="3239" actId="208"/>
          <ac:cxnSpMkLst>
            <pc:docMk/>
            <pc:sldMk cId="3371119343" sldId="276"/>
            <ac:cxnSpMk id="20" creationId="{957E45DF-2D10-0EFF-58C0-702D1934ED90}"/>
          </ac:cxnSpMkLst>
        </pc:cxnChg>
        <pc:cxnChg chg="mod">
          <ac:chgData name="増井 崇(奈良高専)" userId="79165472-c8cf-41ad-81ff-d1b4b20db645" providerId="ADAL" clId="{D38658BA-D0A1-4796-BDAA-7269A2F26B02}" dt="2025-02-26T14:51:32.476" v="3239" actId="208"/>
          <ac:cxnSpMkLst>
            <pc:docMk/>
            <pc:sldMk cId="3371119343" sldId="276"/>
            <ac:cxnSpMk id="21" creationId="{EAD7AFDB-E2CC-FAD7-DC48-550265136933}"/>
          </ac:cxnSpMkLst>
        </pc:cxnChg>
      </pc:sldChg>
      <pc:sldMasterChg chg="addSp delSp modSp mod modSldLayout">
        <pc:chgData name="増井 崇(奈良高専)" userId="79165472-c8cf-41ad-81ff-d1b4b20db645" providerId="ADAL" clId="{D38658BA-D0A1-4796-BDAA-7269A2F26B02}" dt="2025-04-08T11:55:42.174" v="3387" actId="478"/>
        <pc:sldMasterMkLst>
          <pc:docMk/>
          <pc:sldMasterMk cId="2535151771" sldId="2147483672"/>
        </pc:sldMasterMkLst>
        <pc:spChg chg="add del">
          <ac:chgData name="増井 崇(奈良高専)" userId="79165472-c8cf-41ad-81ff-d1b4b20db645" providerId="ADAL" clId="{D38658BA-D0A1-4796-BDAA-7269A2F26B02}" dt="2025-04-08T11:55:42.174" v="3387" actId="478"/>
          <ac:spMkLst>
            <pc:docMk/>
            <pc:sldMasterMk cId="2535151771" sldId="2147483672"/>
            <ac:spMk id="7" creationId="{2D5620CE-765F-0DE5-BA35-0F2E50131BC5}"/>
          </ac:spMkLst>
        </pc:spChg>
        <pc:spChg chg="add del">
          <ac:chgData name="増井 崇(奈良高専)" userId="79165472-c8cf-41ad-81ff-d1b4b20db645" providerId="ADAL" clId="{D38658BA-D0A1-4796-BDAA-7269A2F26B02}" dt="2025-04-08T11:54:47.248" v="3378" actId="478"/>
          <ac:spMkLst>
            <pc:docMk/>
            <pc:sldMasterMk cId="2535151771" sldId="2147483672"/>
            <ac:spMk id="8" creationId="{538271D9-7D3B-302B-7CCD-882B76FC7D59}"/>
          </ac:spMkLst>
        </pc:spChg>
        <pc:spChg chg="add del mod">
          <ac:chgData name="増井 崇(奈良高専)" userId="79165472-c8cf-41ad-81ff-d1b4b20db645" providerId="ADAL" clId="{D38658BA-D0A1-4796-BDAA-7269A2F26B02}" dt="2025-04-08T11:55:41.799" v="3386" actId="478"/>
          <ac:spMkLst>
            <pc:docMk/>
            <pc:sldMasterMk cId="2535151771" sldId="2147483672"/>
            <ac:spMk id="9" creationId="{F0F0E4C4-D657-8C22-6039-ED782FCF9BD6}"/>
          </ac:spMkLst>
        </pc:spChg>
        <pc:spChg chg="add del mod">
          <ac:chgData name="増井 崇(奈良高専)" userId="79165472-c8cf-41ad-81ff-d1b4b20db645" providerId="ADAL" clId="{D38658BA-D0A1-4796-BDAA-7269A2F26B02}" dt="2025-04-08T11:55:41.260" v="3385" actId="478"/>
          <ac:spMkLst>
            <pc:docMk/>
            <pc:sldMasterMk cId="2535151771" sldId="2147483672"/>
            <ac:spMk id="10" creationId="{E864C31F-F3B8-C69C-AFE0-DB455380E7A5}"/>
          </ac:spMkLst>
        </pc:spChg>
        <pc:sldLayoutChg chg="modSp">
          <pc:chgData name="増井 崇(奈良高専)" userId="79165472-c8cf-41ad-81ff-d1b4b20db645" providerId="ADAL" clId="{D38658BA-D0A1-4796-BDAA-7269A2F26B02}" dt="2025-04-08T11:54:22.199" v="3372" actId="735"/>
          <pc:sldLayoutMkLst>
            <pc:docMk/>
            <pc:sldMasterMk cId="2535151771" sldId="2147483672"/>
            <pc:sldLayoutMk cId="1977196537" sldId="2147483673"/>
          </pc:sldLayoutMkLst>
        </pc:sldLayoutChg>
        <pc:sldLayoutChg chg="modSp">
          <pc:chgData name="増井 崇(奈良高専)" userId="79165472-c8cf-41ad-81ff-d1b4b20db645" providerId="ADAL" clId="{D38658BA-D0A1-4796-BDAA-7269A2F26B02}" dt="2025-04-08T11:54:22.725" v="3373" actId="735"/>
          <pc:sldLayoutMkLst>
            <pc:docMk/>
            <pc:sldMasterMk cId="2535151771" sldId="2147483672"/>
            <pc:sldLayoutMk cId="2188280855" sldId="2147483674"/>
          </pc:sldLayoutMkLst>
        </pc:sldLayoutChg>
        <pc:sldLayoutChg chg="modSp">
          <pc:chgData name="増井 崇(奈良高専)" userId="79165472-c8cf-41ad-81ff-d1b4b20db645" providerId="ADAL" clId="{D38658BA-D0A1-4796-BDAA-7269A2F26B02}" dt="2025-04-08T11:54:23.077" v="3374" actId="735"/>
          <pc:sldLayoutMkLst>
            <pc:docMk/>
            <pc:sldMasterMk cId="2535151771" sldId="2147483672"/>
            <pc:sldLayoutMk cId="3371388473" sldId="2147483675"/>
          </pc:sldLayoutMkLst>
        </pc:sldLayoutChg>
        <pc:sldLayoutChg chg="modSp">
          <pc:chgData name="増井 崇(奈良高専)" userId="79165472-c8cf-41ad-81ff-d1b4b20db645" providerId="ADAL" clId="{D38658BA-D0A1-4796-BDAA-7269A2F26B02}" dt="2025-04-08T11:54:06.254" v="3371" actId="735"/>
          <pc:sldLayoutMkLst>
            <pc:docMk/>
            <pc:sldMasterMk cId="2535151771" sldId="2147483672"/>
            <pc:sldLayoutMk cId="2955714988" sldId="2147483679"/>
          </pc:sldLayoutMkLst>
        </pc:sldLayoutChg>
      </pc:sldMasterChg>
    </pc:docChg>
  </pc:docChgLst>
  <pc:docChgLst>
    <pc:chgData name="増井 崇(奈良高専)" userId="79165472-c8cf-41ad-81ff-d1b4b20db645" providerId="ADAL" clId="{B52E3B98-8F46-466C-ABD1-192027BB894E}"/>
    <pc:docChg chg="undo custSel addSld delSld modSld sldOrd modMainMaster">
      <pc:chgData name="増井 崇(奈良高専)" userId="79165472-c8cf-41ad-81ff-d1b4b20db645" providerId="ADAL" clId="{B52E3B98-8F46-466C-ABD1-192027BB894E}" dt="2025-02-25T16:23:34.457" v="3327" actId="20577"/>
      <pc:docMkLst>
        <pc:docMk/>
      </pc:docMkLst>
      <pc:sldChg chg="addSp modSp mod">
        <pc:chgData name="増井 崇(奈良高専)" userId="79165472-c8cf-41ad-81ff-d1b4b20db645" providerId="ADAL" clId="{B52E3B98-8F46-466C-ABD1-192027BB894E}" dt="2025-02-25T14:39:25.430" v="321" actId="404"/>
        <pc:sldMkLst>
          <pc:docMk/>
          <pc:sldMk cId="2877318114" sldId="259"/>
        </pc:sldMkLst>
        <pc:spChg chg="add mod">
          <ac:chgData name="増井 崇(奈良高専)" userId="79165472-c8cf-41ad-81ff-d1b4b20db645" providerId="ADAL" clId="{B52E3B98-8F46-466C-ABD1-192027BB894E}" dt="2025-02-25T14:39:25.430" v="321" actId="404"/>
          <ac:spMkLst>
            <pc:docMk/>
            <pc:sldMk cId="2877318114" sldId="259"/>
            <ac:spMk id="6" creationId="{E76FC67F-ECED-095D-19B3-DB544D78B7FC}"/>
          </ac:spMkLst>
        </pc:spChg>
        <pc:spChg chg="mod">
          <ac:chgData name="増井 崇(奈良高専)" userId="79165472-c8cf-41ad-81ff-d1b4b20db645" providerId="ADAL" clId="{B52E3B98-8F46-466C-ABD1-192027BB894E}" dt="2025-02-25T14:34:23.735" v="225" actId="14100"/>
          <ac:spMkLst>
            <pc:docMk/>
            <pc:sldMk cId="2877318114" sldId="259"/>
            <ac:spMk id="11" creationId="{BE0E5DEB-AA58-ACBD-6390-F4C4B2ACE0AC}"/>
          </ac:spMkLst>
        </pc:spChg>
      </pc:sldChg>
      <pc:sldChg chg="addSp modSp mod">
        <pc:chgData name="増井 崇(奈良高専)" userId="79165472-c8cf-41ad-81ff-d1b4b20db645" providerId="ADAL" clId="{B52E3B98-8F46-466C-ABD1-192027BB894E}" dt="2025-02-25T14:39:36.525" v="330" actId="20577"/>
        <pc:sldMkLst>
          <pc:docMk/>
          <pc:sldMk cId="2085263171" sldId="261"/>
        </pc:sldMkLst>
        <pc:spChg chg="mod">
          <ac:chgData name="増井 崇(奈良高専)" userId="79165472-c8cf-41ad-81ff-d1b4b20db645" providerId="ADAL" clId="{B52E3B98-8F46-466C-ABD1-192027BB894E}" dt="2025-02-21T00:59:14.672" v="79" actId="207"/>
          <ac:spMkLst>
            <pc:docMk/>
            <pc:sldMk cId="2085263171" sldId="261"/>
            <ac:spMk id="2" creationId="{3953D34A-70F4-62CC-82C4-7965D282BCEB}"/>
          </ac:spMkLst>
        </pc:spChg>
        <pc:spChg chg="add mod">
          <ac:chgData name="増井 崇(奈良高専)" userId="79165472-c8cf-41ad-81ff-d1b4b20db645" providerId="ADAL" clId="{B52E3B98-8F46-466C-ABD1-192027BB894E}" dt="2025-02-25T14:39:36.525" v="330" actId="20577"/>
          <ac:spMkLst>
            <pc:docMk/>
            <pc:sldMk cId="2085263171" sldId="261"/>
            <ac:spMk id="7" creationId="{0F821885-8920-A292-D6D5-F21E83FBA682}"/>
          </ac:spMkLst>
        </pc:spChg>
        <pc:spChg chg="mod">
          <ac:chgData name="増井 崇(奈良高専)" userId="79165472-c8cf-41ad-81ff-d1b4b20db645" providerId="ADAL" clId="{B52E3B98-8F46-466C-ABD1-192027BB894E}" dt="2025-02-25T14:34:15.738" v="224" actId="20577"/>
          <ac:spMkLst>
            <pc:docMk/>
            <pc:sldMk cId="2085263171" sldId="261"/>
            <ac:spMk id="11" creationId="{ED64C81F-D09A-8756-FD73-11B8A25BBCD4}"/>
          </ac:spMkLst>
        </pc:spChg>
      </pc:sldChg>
      <pc:sldChg chg="addSp modSp mod">
        <pc:chgData name="増井 崇(奈良高専)" userId="79165472-c8cf-41ad-81ff-d1b4b20db645" providerId="ADAL" clId="{B52E3B98-8F46-466C-ABD1-192027BB894E}" dt="2025-02-25T14:40:59.642" v="406" actId="20577"/>
        <pc:sldMkLst>
          <pc:docMk/>
          <pc:sldMk cId="1862144396" sldId="263"/>
        </pc:sldMkLst>
        <pc:spChg chg="add mod">
          <ac:chgData name="増井 崇(奈良高専)" userId="79165472-c8cf-41ad-81ff-d1b4b20db645" providerId="ADAL" clId="{B52E3B98-8F46-466C-ABD1-192027BB894E}" dt="2025-02-21T01:00:48.618" v="143" actId="1076"/>
          <ac:spMkLst>
            <pc:docMk/>
            <pc:sldMk cId="1862144396" sldId="263"/>
            <ac:spMk id="6" creationId="{A5CD7317-8D29-4675-B86F-C88E0DFE5BBB}"/>
          </ac:spMkLst>
        </pc:spChg>
        <pc:spChg chg="add mod">
          <ac:chgData name="増井 崇(奈良高専)" userId="79165472-c8cf-41ad-81ff-d1b4b20db645" providerId="ADAL" clId="{B52E3B98-8F46-466C-ABD1-192027BB894E}" dt="2025-02-25T14:40:59.642" v="406" actId="20577"/>
          <ac:spMkLst>
            <pc:docMk/>
            <pc:sldMk cId="1862144396" sldId="263"/>
            <ac:spMk id="7" creationId="{C109AA27-BF38-9B46-6D6E-409D1BA0EDC4}"/>
          </ac:spMkLst>
        </pc:spChg>
        <pc:spChg chg="mod">
          <ac:chgData name="増井 崇(奈良高専)" userId="79165472-c8cf-41ad-81ff-d1b4b20db645" providerId="ADAL" clId="{B52E3B98-8F46-466C-ABD1-192027BB894E}" dt="2025-02-25T14:34:36.547" v="226" actId="14100"/>
          <ac:spMkLst>
            <pc:docMk/>
            <pc:sldMk cId="1862144396" sldId="263"/>
            <ac:spMk id="13" creationId="{3857ED90-C6AE-70C0-D32D-08B8CE90FD5F}"/>
          </ac:spMkLst>
        </pc:spChg>
        <pc:spChg chg="mod">
          <ac:chgData name="増井 崇(奈良高専)" userId="79165472-c8cf-41ad-81ff-d1b4b20db645" providerId="ADAL" clId="{B52E3B98-8F46-466C-ABD1-192027BB894E}" dt="2025-02-21T00:57:55.978" v="75" actId="1036"/>
          <ac:spMkLst>
            <pc:docMk/>
            <pc:sldMk cId="1862144396" sldId="263"/>
            <ac:spMk id="24" creationId="{B19B9785-2BB3-6D86-85B6-E733967403AE}"/>
          </ac:spMkLst>
        </pc:spChg>
        <pc:spChg chg="mod">
          <ac:chgData name="増井 崇(奈良高専)" userId="79165472-c8cf-41ad-81ff-d1b4b20db645" providerId="ADAL" clId="{B52E3B98-8F46-466C-ABD1-192027BB894E}" dt="2025-02-21T00:57:55.978" v="75" actId="1036"/>
          <ac:spMkLst>
            <pc:docMk/>
            <pc:sldMk cId="1862144396" sldId="263"/>
            <ac:spMk id="25" creationId="{53895727-104B-A5BA-86A7-B680223957B2}"/>
          </ac:spMkLst>
        </pc:spChg>
        <pc:spChg chg="mod">
          <ac:chgData name="増井 崇(奈良高専)" userId="79165472-c8cf-41ad-81ff-d1b4b20db645" providerId="ADAL" clId="{B52E3B98-8F46-466C-ABD1-192027BB894E}" dt="2025-02-21T00:57:55.978" v="75" actId="1036"/>
          <ac:spMkLst>
            <pc:docMk/>
            <pc:sldMk cId="1862144396" sldId="263"/>
            <ac:spMk id="34" creationId="{069C999A-D9F5-5AE5-704E-A8D1A50DACA7}"/>
          </ac:spMkLst>
        </pc:spChg>
        <pc:spChg chg="mod">
          <ac:chgData name="増井 崇(奈良高専)" userId="79165472-c8cf-41ad-81ff-d1b4b20db645" providerId="ADAL" clId="{B52E3B98-8F46-466C-ABD1-192027BB894E}" dt="2025-02-21T00:57:55.978" v="75" actId="1036"/>
          <ac:spMkLst>
            <pc:docMk/>
            <pc:sldMk cId="1862144396" sldId="263"/>
            <ac:spMk id="36" creationId="{6EA80F81-70B3-DAB4-C0B6-397820DA7E94}"/>
          </ac:spMkLst>
        </pc:spChg>
        <pc:spChg chg="mod">
          <ac:chgData name="増井 崇(奈良高専)" userId="79165472-c8cf-41ad-81ff-d1b4b20db645" providerId="ADAL" clId="{B52E3B98-8F46-466C-ABD1-192027BB894E}" dt="2025-02-21T00:57:55.978" v="75" actId="1036"/>
          <ac:spMkLst>
            <pc:docMk/>
            <pc:sldMk cId="1862144396" sldId="263"/>
            <ac:spMk id="38" creationId="{DA738941-9936-09DD-A7F0-ACA8977CEB7F}"/>
          </ac:spMkLst>
        </pc:spChg>
        <pc:spChg chg="mod">
          <ac:chgData name="増井 崇(奈良高専)" userId="79165472-c8cf-41ad-81ff-d1b4b20db645" providerId="ADAL" clId="{B52E3B98-8F46-466C-ABD1-192027BB894E}" dt="2025-02-21T00:59:51.153" v="80" actId="403"/>
          <ac:spMkLst>
            <pc:docMk/>
            <pc:sldMk cId="1862144396" sldId="263"/>
            <ac:spMk id="40" creationId="{7639C28C-B5EA-F573-026B-D3C70D896C19}"/>
          </ac:spMkLst>
        </pc:spChg>
        <pc:spChg chg="mod">
          <ac:chgData name="増井 崇(奈良高専)" userId="79165472-c8cf-41ad-81ff-d1b4b20db645" providerId="ADAL" clId="{B52E3B98-8F46-466C-ABD1-192027BB894E}" dt="2025-02-21T00:57:55.978" v="75" actId="1036"/>
          <ac:spMkLst>
            <pc:docMk/>
            <pc:sldMk cId="1862144396" sldId="263"/>
            <ac:spMk id="42" creationId="{434F822E-9E71-81B9-8596-71EE56CE505E}"/>
          </ac:spMkLst>
        </pc:spChg>
        <pc:spChg chg="mod">
          <ac:chgData name="増井 崇(奈良高専)" userId="79165472-c8cf-41ad-81ff-d1b4b20db645" providerId="ADAL" clId="{B52E3B98-8F46-466C-ABD1-192027BB894E}" dt="2025-02-21T00:57:55.978" v="75" actId="1036"/>
          <ac:spMkLst>
            <pc:docMk/>
            <pc:sldMk cId="1862144396" sldId="263"/>
            <ac:spMk id="43" creationId="{4D8D20AA-0742-CD69-3FB3-78F0E82CFF73}"/>
          </ac:spMkLst>
        </pc:spChg>
        <pc:spChg chg="mod">
          <ac:chgData name="増井 崇(奈良高専)" userId="79165472-c8cf-41ad-81ff-d1b4b20db645" providerId="ADAL" clId="{B52E3B98-8F46-466C-ABD1-192027BB894E}" dt="2025-02-21T00:57:55.978" v="75" actId="1036"/>
          <ac:spMkLst>
            <pc:docMk/>
            <pc:sldMk cId="1862144396" sldId="263"/>
            <ac:spMk id="44" creationId="{E555541F-0C4D-1F2E-B4D0-2D1161A05306}"/>
          </ac:spMkLst>
        </pc:spChg>
        <pc:spChg chg="mod">
          <ac:chgData name="増井 崇(奈良高専)" userId="79165472-c8cf-41ad-81ff-d1b4b20db645" providerId="ADAL" clId="{B52E3B98-8F46-466C-ABD1-192027BB894E}" dt="2025-02-21T00:57:55.978" v="75" actId="1036"/>
          <ac:spMkLst>
            <pc:docMk/>
            <pc:sldMk cId="1862144396" sldId="263"/>
            <ac:spMk id="45" creationId="{7FC4CAAF-8E48-3F7D-E0F4-1669B60E3965}"/>
          </ac:spMkLst>
        </pc:spChg>
      </pc:sldChg>
      <pc:sldChg chg="addSp modSp del mod">
        <pc:chgData name="増井 崇(奈良高専)" userId="79165472-c8cf-41ad-81ff-d1b4b20db645" providerId="ADAL" clId="{B52E3B98-8F46-466C-ABD1-192027BB894E}" dt="2025-02-25T16:09:00.503" v="2894" actId="47"/>
        <pc:sldMkLst>
          <pc:docMk/>
          <pc:sldMk cId="144247335" sldId="265"/>
        </pc:sldMkLst>
      </pc:sldChg>
      <pc:sldChg chg="addSp modSp mod">
        <pc:chgData name="増井 崇(奈良高専)" userId="79165472-c8cf-41ad-81ff-d1b4b20db645" providerId="ADAL" clId="{B52E3B98-8F46-466C-ABD1-192027BB894E}" dt="2025-02-25T16:21:54.531" v="3300" actId="20577"/>
        <pc:sldMkLst>
          <pc:docMk/>
          <pc:sldMk cId="102356043" sldId="267"/>
        </pc:sldMkLst>
        <pc:spChg chg="add mod">
          <ac:chgData name="増井 崇(奈良高専)" userId="79165472-c8cf-41ad-81ff-d1b4b20db645" providerId="ADAL" clId="{B52E3B98-8F46-466C-ABD1-192027BB894E}" dt="2025-02-25T16:21:54.531" v="3300" actId="20577"/>
          <ac:spMkLst>
            <pc:docMk/>
            <pc:sldMk cId="102356043" sldId="267"/>
            <ac:spMk id="7" creationId="{8B3FA27F-7812-E7BD-C808-7A1B42C6D920}"/>
          </ac:spMkLst>
        </pc:spChg>
      </pc:sldChg>
      <pc:sldChg chg="addSp delSp modSp mod">
        <pc:chgData name="増井 崇(奈良高専)" userId="79165472-c8cf-41ad-81ff-d1b4b20db645" providerId="ADAL" clId="{B52E3B98-8F46-466C-ABD1-192027BB894E}" dt="2025-02-25T16:23:34.457" v="3327" actId="20577"/>
        <pc:sldMkLst>
          <pc:docMk/>
          <pc:sldMk cId="319479074" sldId="268"/>
        </pc:sldMkLst>
        <pc:spChg chg="mod">
          <ac:chgData name="増井 崇(奈良高専)" userId="79165472-c8cf-41ad-81ff-d1b4b20db645" providerId="ADAL" clId="{B52E3B98-8F46-466C-ABD1-192027BB894E}" dt="2025-02-25T14:36:40.097" v="251" actId="1076"/>
          <ac:spMkLst>
            <pc:docMk/>
            <pc:sldMk cId="319479074" sldId="268"/>
            <ac:spMk id="8" creationId="{149B5596-FAA9-B333-3F3C-0C55711FACEC}"/>
          </ac:spMkLst>
        </pc:spChg>
        <pc:spChg chg="mod">
          <ac:chgData name="増井 崇(奈良高専)" userId="79165472-c8cf-41ad-81ff-d1b4b20db645" providerId="ADAL" clId="{B52E3B98-8F46-466C-ABD1-192027BB894E}" dt="2025-02-25T14:36:46.184" v="254" actId="1076"/>
          <ac:spMkLst>
            <pc:docMk/>
            <pc:sldMk cId="319479074" sldId="268"/>
            <ac:spMk id="10" creationId="{555D377C-496E-1887-A112-86F3220D9A80}"/>
          </ac:spMkLst>
        </pc:spChg>
        <pc:spChg chg="add mod">
          <ac:chgData name="増井 崇(奈良高専)" userId="79165472-c8cf-41ad-81ff-d1b4b20db645" providerId="ADAL" clId="{B52E3B98-8F46-466C-ABD1-192027BB894E}" dt="2025-02-25T16:23:34.457" v="3327" actId="20577"/>
          <ac:spMkLst>
            <pc:docMk/>
            <pc:sldMk cId="319479074" sldId="268"/>
            <ac:spMk id="20" creationId="{D932C8B9-7AE7-3485-C59F-FB3F9C08DB05}"/>
          </ac:spMkLst>
        </pc:spChg>
      </pc:sldChg>
      <pc:sldChg chg="modSp del mod">
        <pc:chgData name="増井 崇(奈良高専)" userId="79165472-c8cf-41ad-81ff-d1b4b20db645" providerId="ADAL" clId="{B52E3B98-8F46-466C-ABD1-192027BB894E}" dt="2025-02-25T14:37:31.580" v="287" actId="2696"/>
        <pc:sldMkLst>
          <pc:docMk/>
          <pc:sldMk cId="2888134261" sldId="269"/>
        </pc:sldMkLst>
      </pc:sldChg>
      <pc:sldChg chg="addSp delSp modSp add mod">
        <pc:chgData name="増井 崇(奈良高専)" userId="79165472-c8cf-41ad-81ff-d1b4b20db645" providerId="ADAL" clId="{B52E3B98-8F46-466C-ABD1-192027BB894E}" dt="2025-02-25T15:27:59.429" v="1549" actId="20577"/>
        <pc:sldMkLst>
          <pc:docMk/>
          <pc:sldMk cId="812539145" sldId="270"/>
        </pc:sldMkLst>
        <pc:spChg chg="add mod">
          <ac:chgData name="増井 崇(奈良高専)" userId="79165472-c8cf-41ad-81ff-d1b4b20db645" providerId="ADAL" clId="{B52E3B98-8F46-466C-ABD1-192027BB894E}" dt="2025-02-25T14:43:12.667" v="503" actId="113"/>
          <ac:spMkLst>
            <pc:docMk/>
            <pc:sldMk cId="812539145" sldId="270"/>
            <ac:spMk id="7" creationId="{E9EC8D8A-A184-468C-C674-1B341C2ADD6C}"/>
          </ac:spMkLst>
        </pc:spChg>
        <pc:spChg chg="add mod">
          <ac:chgData name="増井 崇(奈良高専)" userId="79165472-c8cf-41ad-81ff-d1b4b20db645" providerId="ADAL" clId="{B52E3B98-8F46-466C-ABD1-192027BB894E}" dt="2025-02-25T15:26:00.271" v="1544" actId="1076"/>
          <ac:spMkLst>
            <pc:docMk/>
            <pc:sldMk cId="812539145" sldId="270"/>
            <ac:spMk id="8" creationId="{6F337FA3-62A4-DAEE-467B-1D9FD9B7F2CC}"/>
          </ac:spMkLst>
        </pc:spChg>
        <pc:spChg chg="add mod">
          <ac:chgData name="増井 崇(奈良高専)" userId="79165472-c8cf-41ad-81ff-d1b4b20db645" providerId="ADAL" clId="{B52E3B98-8F46-466C-ABD1-192027BB894E}" dt="2025-02-25T15:22:52.737" v="1543" actId="113"/>
          <ac:spMkLst>
            <pc:docMk/>
            <pc:sldMk cId="812539145" sldId="270"/>
            <ac:spMk id="9" creationId="{2615FC8A-33B0-A209-A586-31190C7BAFB0}"/>
          </ac:spMkLst>
        </pc:spChg>
        <pc:spChg chg="add mod">
          <ac:chgData name="増井 崇(奈良高専)" userId="79165472-c8cf-41ad-81ff-d1b4b20db645" providerId="ADAL" clId="{B52E3B98-8F46-466C-ABD1-192027BB894E}" dt="2025-02-25T15:26:00.271" v="1544" actId="1076"/>
          <ac:spMkLst>
            <pc:docMk/>
            <pc:sldMk cId="812539145" sldId="270"/>
            <ac:spMk id="10" creationId="{EEFCBA67-0A25-165F-3AF0-12381EFB32C6}"/>
          </ac:spMkLst>
        </pc:spChg>
        <pc:spChg chg="add mod">
          <ac:chgData name="増井 崇(奈良高専)" userId="79165472-c8cf-41ad-81ff-d1b4b20db645" providerId="ADAL" clId="{B52E3B98-8F46-466C-ABD1-192027BB894E}" dt="2025-02-25T15:27:59.429" v="1549" actId="20577"/>
          <ac:spMkLst>
            <pc:docMk/>
            <pc:sldMk cId="812539145" sldId="270"/>
            <ac:spMk id="11" creationId="{EEA7D330-C13E-0AEE-0FC3-087743463DC8}"/>
          </ac:spMkLst>
        </pc:spChg>
        <pc:spChg chg="add mod">
          <ac:chgData name="増井 崇(奈良高専)" userId="79165472-c8cf-41ad-81ff-d1b4b20db645" providerId="ADAL" clId="{B52E3B98-8F46-466C-ABD1-192027BB894E}" dt="2025-02-25T15:26:00.271" v="1544" actId="1076"/>
          <ac:spMkLst>
            <pc:docMk/>
            <pc:sldMk cId="812539145" sldId="270"/>
            <ac:spMk id="16" creationId="{88D55166-DDFD-3013-A91A-47E62035AEDE}"/>
          </ac:spMkLst>
        </pc:spChg>
        <pc:spChg chg="add mod">
          <ac:chgData name="増井 崇(奈良高専)" userId="79165472-c8cf-41ad-81ff-d1b4b20db645" providerId="ADAL" clId="{B52E3B98-8F46-466C-ABD1-192027BB894E}" dt="2025-02-25T15:08:07.425" v="1502" actId="1076"/>
          <ac:spMkLst>
            <pc:docMk/>
            <pc:sldMk cId="812539145" sldId="270"/>
            <ac:spMk id="17" creationId="{3957901C-2702-6DEA-D5B3-2819B8D2A6DE}"/>
          </ac:spMkLst>
        </pc:spChg>
        <pc:spChg chg="add mod">
          <ac:chgData name="増井 崇(奈良高専)" userId="79165472-c8cf-41ad-81ff-d1b4b20db645" providerId="ADAL" clId="{B52E3B98-8F46-466C-ABD1-192027BB894E}" dt="2025-02-25T14:40:46.767" v="404" actId="20577"/>
          <ac:spMkLst>
            <pc:docMk/>
            <pc:sldMk cId="812539145" sldId="270"/>
            <ac:spMk id="18" creationId="{2E028793-0178-AA65-41BB-A2D18F8EE623}"/>
          </ac:spMkLst>
        </pc:spChg>
        <pc:cxnChg chg="add mod">
          <ac:chgData name="増井 崇(奈良高専)" userId="79165472-c8cf-41ad-81ff-d1b4b20db645" providerId="ADAL" clId="{B52E3B98-8F46-466C-ABD1-192027BB894E}" dt="2025-02-25T15:26:00.271" v="1544" actId="1076"/>
          <ac:cxnSpMkLst>
            <pc:docMk/>
            <pc:sldMk cId="812539145" sldId="270"/>
            <ac:cxnSpMk id="20" creationId="{1CD3C52A-44B1-ECD3-B72E-B6CF327C1291}"/>
          </ac:cxnSpMkLst>
        </pc:cxnChg>
        <pc:cxnChg chg="add mod">
          <ac:chgData name="増井 崇(奈良高専)" userId="79165472-c8cf-41ad-81ff-d1b4b20db645" providerId="ADAL" clId="{B52E3B98-8F46-466C-ABD1-192027BB894E}" dt="2025-02-25T15:26:00.271" v="1544" actId="1076"/>
          <ac:cxnSpMkLst>
            <pc:docMk/>
            <pc:sldMk cId="812539145" sldId="270"/>
            <ac:cxnSpMk id="21" creationId="{20E59962-3580-5143-35B6-F1825F93A991}"/>
          </ac:cxnSpMkLst>
        </pc:cxnChg>
        <pc:cxnChg chg="add mod">
          <ac:chgData name="増井 崇(奈良高専)" userId="79165472-c8cf-41ad-81ff-d1b4b20db645" providerId="ADAL" clId="{B52E3B98-8F46-466C-ABD1-192027BB894E}" dt="2025-02-25T15:26:00.271" v="1544" actId="1076"/>
          <ac:cxnSpMkLst>
            <pc:docMk/>
            <pc:sldMk cId="812539145" sldId="270"/>
            <ac:cxnSpMk id="22" creationId="{688DBA67-AC29-DDD9-2353-F51157689C86}"/>
          </ac:cxnSpMkLst>
        </pc:cxnChg>
      </pc:sldChg>
      <pc:sldChg chg="modSp add del mod ord">
        <pc:chgData name="増井 崇(奈良高専)" userId="79165472-c8cf-41ad-81ff-d1b4b20db645" providerId="ADAL" clId="{B52E3B98-8F46-466C-ABD1-192027BB894E}" dt="2025-02-25T16:09:02.192" v="2895" actId="47"/>
        <pc:sldMkLst>
          <pc:docMk/>
          <pc:sldMk cId="3314602051" sldId="271"/>
        </pc:sldMkLst>
      </pc:sldChg>
      <pc:sldChg chg="addSp delSp modSp add mod">
        <pc:chgData name="増井 崇(奈良高専)" userId="79165472-c8cf-41ad-81ff-d1b4b20db645" providerId="ADAL" clId="{B52E3B98-8F46-466C-ABD1-192027BB894E}" dt="2025-02-25T16:14:39.765" v="3285" actId="20577"/>
        <pc:sldMkLst>
          <pc:docMk/>
          <pc:sldMk cId="156148518" sldId="272"/>
        </pc:sldMkLst>
        <pc:spChg chg="mod">
          <ac:chgData name="増井 崇(奈良高専)" userId="79165472-c8cf-41ad-81ff-d1b4b20db645" providerId="ADAL" clId="{B52E3B98-8F46-466C-ABD1-192027BB894E}" dt="2025-02-25T16:13:32.867" v="3149" actId="20577"/>
          <ac:spMkLst>
            <pc:docMk/>
            <pc:sldMk cId="156148518" sldId="272"/>
            <ac:spMk id="3" creationId="{F05FA7E4-D376-E94F-8777-2BACF9FFCC46}"/>
          </ac:spMkLst>
        </pc:spChg>
        <pc:spChg chg="add mod">
          <ac:chgData name="増井 崇(奈良高専)" userId="79165472-c8cf-41ad-81ff-d1b4b20db645" providerId="ADAL" clId="{B52E3B98-8F46-466C-ABD1-192027BB894E}" dt="2025-02-25T15:57:56.844" v="2085" actId="1076"/>
          <ac:spMkLst>
            <pc:docMk/>
            <pc:sldMk cId="156148518" sldId="272"/>
            <ac:spMk id="8" creationId="{2BB37E7A-79DF-5BC8-228C-A1651A5658E5}"/>
          </ac:spMkLst>
        </pc:spChg>
        <pc:spChg chg="add mod">
          <ac:chgData name="増井 崇(奈良高専)" userId="79165472-c8cf-41ad-81ff-d1b4b20db645" providerId="ADAL" clId="{B52E3B98-8F46-466C-ABD1-192027BB894E}" dt="2025-02-25T16:12:28.059" v="3101"/>
          <ac:spMkLst>
            <pc:docMk/>
            <pc:sldMk cId="156148518" sldId="272"/>
            <ac:spMk id="11" creationId="{49599A52-CF3D-C476-FBC1-802DF66506BC}"/>
          </ac:spMkLst>
        </pc:spChg>
        <pc:spChg chg="add mod">
          <ac:chgData name="増井 崇(奈良高専)" userId="79165472-c8cf-41ad-81ff-d1b4b20db645" providerId="ADAL" clId="{B52E3B98-8F46-466C-ABD1-192027BB894E}" dt="2025-02-25T16:01:39.151" v="2302" actId="1036"/>
          <ac:spMkLst>
            <pc:docMk/>
            <pc:sldMk cId="156148518" sldId="272"/>
            <ac:spMk id="12" creationId="{CE91B041-9F59-9961-7C97-C40660819853}"/>
          </ac:spMkLst>
        </pc:spChg>
        <pc:spChg chg="add mod">
          <ac:chgData name="増井 崇(奈良高専)" userId="79165472-c8cf-41ad-81ff-d1b4b20db645" providerId="ADAL" clId="{B52E3B98-8F46-466C-ABD1-192027BB894E}" dt="2025-02-25T16:12:39.908" v="3110" actId="20577"/>
          <ac:spMkLst>
            <pc:docMk/>
            <pc:sldMk cId="156148518" sldId="272"/>
            <ac:spMk id="14" creationId="{4FB1C129-EBAB-813A-DFDF-FB3F871C34A4}"/>
          </ac:spMkLst>
        </pc:spChg>
        <pc:cxnChg chg="add mod">
          <ac:chgData name="増井 崇(奈良高専)" userId="79165472-c8cf-41ad-81ff-d1b4b20db645" providerId="ADAL" clId="{B52E3B98-8F46-466C-ABD1-192027BB894E}" dt="2025-02-25T15:34:44.223" v="1583" actId="1076"/>
          <ac:cxnSpMkLst>
            <pc:docMk/>
            <pc:sldMk cId="156148518" sldId="272"/>
            <ac:cxnSpMk id="10" creationId="{6BD50E0C-BD53-7314-926B-1615E457FE88}"/>
          </ac:cxnSpMkLst>
        </pc:cxnChg>
        <pc:cxnChg chg="add mod">
          <ac:chgData name="増井 崇(奈良高専)" userId="79165472-c8cf-41ad-81ff-d1b4b20db645" providerId="ADAL" clId="{B52E3B98-8F46-466C-ABD1-192027BB894E}" dt="2025-02-25T16:01:39.151" v="2302" actId="1036"/>
          <ac:cxnSpMkLst>
            <pc:docMk/>
            <pc:sldMk cId="156148518" sldId="272"/>
            <ac:cxnSpMk id="13" creationId="{BDE04848-4AB8-89D4-39E5-D7A15321BEA1}"/>
          </ac:cxnSpMkLst>
        </pc:cxnChg>
      </pc:sldChg>
      <pc:sldChg chg="addSp delSp modSp add mod ord">
        <pc:chgData name="増井 崇(奈良高専)" userId="79165472-c8cf-41ad-81ff-d1b4b20db645" providerId="ADAL" clId="{B52E3B98-8F46-466C-ABD1-192027BB894E}" dt="2025-02-25T16:15:03.475" v="3291" actId="1076"/>
        <pc:sldMkLst>
          <pc:docMk/>
          <pc:sldMk cId="3263168782" sldId="273"/>
        </pc:sldMkLst>
        <pc:spChg chg="mod">
          <ac:chgData name="増井 崇(奈良高専)" userId="79165472-c8cf-41ad-81ff-d1b4b20db645" providerId="ADAL" clId="{B52E3B98-8F46-466C-ABD1-192027BB894E}" dt="2025-02-25T16:13:35.662" v="3150" actId="20577"/>
          <ac:spMkLst>
            <pc:docMk/>
            <pc:sldMk cId="3263168782" sldId="273"/>
            <ac:spMk id="3" creationId="{38190DDE-D357-465F-A999-0F56B1BA156B}"/>
          </ac:spMkLst>
        </pc:spChg>
        <pc:spChg chg="mod">
          <ac:chgData name="増井 崇(奈良高専)" userId="79165472-c8cf-41ad-81ff-d1b4b20db645" providerId="ADAL" clId="{B52E3B98-8F46-466C-ABD1-192027BB894E}" dt="2025-02-25T16:03:54.191" v="2669" actId="403"/>
          <ac:spMkLst>
            <pc:docMk/>
            <pc:sldMk cId="3263168782" sldId="273"/>
            <ac:spMk id="8" creationId="{6DA558FF-491E-0239-CC88-58426887014B}"/>
          </ac:spMkLst>
        </pc:spChg>
        <pc:spChg chg="add del mod">
          <ac:chgData name="増井 崇(奈良高専)" userId="79165472-c8cf-41ad-81ff-d1b4b20db645" providerId="ADAL" clId="{B52E3B98-8F46-466C-ABD1-192027BB894E}" dt="2025-02-25T16:12:48.043" v="3122"/>
          <ac:spMkLst>
            <pc:docMk/>
            <pc:sldMk cId="3263168782" sldId="273"/>
            <ac:spMk id="11" creationId="{69DA64CF-3D50-49B9-88E0-19F41D27F500}"/>
          </ac:spMkLst>
        </pc:spChg>
        <pc:spChg chg="mod">
          <ac:chgData name="増井 崇(奈良高専)" userId="79165472-c8cf-41ad-81ff-d1b4b20db645" providerId="ADAL" clId="{B52E3B98-8F46-466C-ABD1-192027BB894E}" dt="2025-02-25T16:15:03.475" v="3291" actId="1076"/>
          <ac:spMkLst>
            <pc:docMk/>
            <pc:sldMk cId="3263168782" sldId="273"/>
            <ac:spMk id="12" creationId="{AA20C4CC-921A-898E-7886-DE2FE49A4423}"/>
          </ac:spMkLst>
        </pc:spChg>
        <pc:spChg chg="mod">
          <ac:chgData name="増井 崇(奈良高専)" userId="79165472-c8cf-41ad-81ff-d1b4b20db645" providerId="ADAL" clId="{B52E3B98-8F46-466C-ABD1-192027BB894E}" dt="2025-02-25T16:12:52.875" v="3134"/>
          <ac:spMkLst>
            <pc:docMk/>
            <pc:sldMk cId="3263168782" sldId="273"/>
            <ac:spMk id="14" creationId="{C18C7D22-EFB4-4D04-72B7-CC35E22C51B2}"/>
          </ac:spMkLst>
        </pc:spChg>
      </pc:sldChg>
      <pc:sldMasterChg chg="modSldLayout">
        <pc:chgData name="増井 崇(奈良高専)" userId="79165472-c8cf-41ad-81ff-d1b4b20db645" providerId="ADAL" clId="{B52E3B98-8F46-466C-ABD1-192027BB894E}" dt="2025-02-21T00:57:12.819" v="50" actId="20577"/>
        <pc:sldMasterMkLst>
          <pc:docMk/>
          <pc:sldMasterMk cId="2535151771" sldId="2147483672"/>
        </pc:sldMasterMkLst>
        <pc:sldLayoutChg chg="modSp mod">
          <pc:chgData name="増井 崇(奈良高専)" userId="79165472-c8cf-41ad-81ff-d1b4b20db645" providerId="ADAL" clId="{B52E3B98-8F46-466C-ABD1-192027BB894E}" dt="2025-02-21T00:57:12.819" v="50" actId="20577"/>
          <pc:sldLayoutMkLst>
            <pc:docMk/>
            <pc:sldMasterMk cId="2535151771" sldId="2147483672"/>
            <pc:sldLayoutMk cId="1977196537" sldId="2147483673"/>
          </pc:sldLayoutMkLst>
          <pc:spChg chg="mod">
            <ac:chgData name="増井 崇(奈良高専)" userId="79165472-c8cf-41ad-81ff-d1b4b20db645" providerId="ADAL" clId="{B52E3B98-8F46-466C-ABD1-192027BB894E}" dt="2025-02-21T00:57:12.819" v="50" actId="20577"/>
            <ac:spMkLst>
              <pc:docMk/>
              <pc:sldMasterMk cId="2535151771" sldId="2147483672"/>
              <pc:sldLayoutMk cId="1977196537" sldId="2147483673"/>
              <ac:spMk id="5" creationId="{00000000-0000-0000-0000-000000000000}"/>
            </ac:spMkLst>
          </pc:spChg>
        </pc:sldLayoutChg>
      </pc:sldMasterChg>
    </pc:docChg>
  </pc:docChgLst>
</pc:chgInfo>
</file>

<file path=ppt/comments/modernComment_110_94EA326.xml><?xml version="1.0" encoding="utf-8"?>
<p188:cmLst xmlns:a="http://schemas.openxmlformats.org/drawingml/2006/main" xmlns:r="http://schemas.openxmlformats.org/officeDocument/2006/relationships" xmlns:p188="http://schemas.microsoft.com/office/powerpoint/2018/8/main">
  <p188:cm id="{CF3196AA-4DCE-4E59-B920-5B1F9958AACD}" authorId="{07F83EAB-2F9E-C47A-50AF-F9B59222D85D}" created="2025-02-26T14:29:57.217">
    <ac:deMkLst xmlns:ac="http://schemas.microsoft.com/office/drawing/2013/main/command">
      <pc:docMk xmlns:pc="http://schemas.microsoft.com/office/powerpoint/2013/main/command"/>
      <pc:sldMk xmlns:pc="http://schemas.microsoft.com/office/powerpoint/2013/main/command" cId="156148518" sldId="272"/>
      <ac:spMk id="11" creationId="{49599A52-CF3D-C476-FBC1-802DF66506BC}"/>
    </ac:deMkLst>
    <p188:replyLst>
      <p188:reply id="{0C148D39-78AA-4409-8CBF-A242D0D4C40C}" authorId="{07F83EAB-2F9E-C47A-50AF-F9B59222D85D}" created="2025-02-26T14:41:22.257">
        <p188:txBody>
          <a:bodyPr/>
          <a:lstStyle/>
          <a:p>
            <a:r>
              <a:rPr lang="ja-JP" altLang="en-US"/>
              <a:t>なぜ、質問しないといけないのかということのアンサーも必要
つまり、近年のPIO-NETに関する資料が少なく、インターネット上の公開情報では現状を把握しきれない、という背景を伝える必要がある。
質問する側の誠意を見せる</a:t>
            </a:r>
          </a:p>
        </p188:txBody>
      </p188:reply>
    </p188:replyLst>
    <p188:txBody>
      <a:bodyPr/>
      <a:lstStyle/>
      <a:p>
        <a:r>
          <a:rPr lang="ja-JP" altLang="en-US"/>
          <a:t>私たちの方でも現在企画を行うために事前調査を進めています。その参考とするためにいくつか直接お聞きしたいことがございます。お手隙の際にご回答の程よろしくお願いいたします。
という一文をこのスライドを読み上げる前にかならず入れてください．</a:t>
        </a:r>
      </a:p>
    </p188:txBody>
  </p188:cm>
  <p188:cm id="{3793519C-8A38-4A13-BC3F-2C193FE6626C}" authorId="{07F83EAB-2F9E-C47A-50AF-F9B59222D85D}" created="2025-02-26T14:37:31.041">
    <pc:sldMkLst xmlns:pc="http://schemas.microsoft.com/office/powerpoint/2013/main/command">
      <pc:docMk/>
      <pc:sldMk cId="156148518" sldId="272"/>
    </pc:sldMkLst>
    <p188:txBody>
      <a:bodyPr/>
      <a:lstStyle/>
      <a:p>
        <a:r>
          <a:rPr lang="ja-JP" altLang="en-US"/>
          <a:t>URLに関しては、後ほど本資料をお送りいたしますので、その上でクリックしていただけたら幸いです。
という一文をいれる</a:t>
        </a:r>
      </a:p>
    </p188:txBody>
  </p188:cm>
  <p188:cm id="{EE2BB390-5433-4B0A-B157-7D724F21144F}" authorId="{07F83EAB-2F9E-C47A-50AF-F9B59222D85D}" created="2025-02-26T14:38:26.057">
    <pc:sldMkLst xmlns:pc="http://schemas.microsoft.com/office/powerpoint/2013/main/command">
      <pc:docMk/>
      <pc:sldMk cId="156148518" sldId="272"/>
    </pc:sldMkLst>
    <p188:txBody>
      <a:bodyPr/>
      <a:lstStyle/>
      <a:p>
        <a:r>
          <a:rPr lang="ja-JP" altLang="en-US"/>
          <a:t>資料の感嘆なまとめも伝える
・どんな資料なのか
・誰が（どの団体が）、いつ公開した資料なのか
などなど資料内容を連想できる情報をいれる。</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71F41-60E9-4600-8E92-648AC47EE64F}" type="datetimeFigureOut">
              <a:rPr kumimoji="1" lang="ja-JP" altLang="en-US" smtClean="0"/>
              <a:t>2025/4/16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7F963-8AB7-448B-AC4D-16F5FE086F61}" type="slidenum">
              <a:rPr kumimoji="1" lang="ja-JP" altLang="en-US" smtClean="0"/>
              <a:t>‹#›</a:t>
            </a:fld>
            <a:endParaRPr kumimoji="1" lang="ja-JP" altLang="en-US"/>
          </a:p>
        </p:txBody>
      </p:sp>
    </p:spTree>
    <p:extLst>
      <p:ext uri="{BB962C8B-B14F-4D97-AF65-F5344CB8AC3E}">
        <p14:creationId xmlns:p14="http://schemas.microsoft.com/office/powerpoint/2010/main" val="4529421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1E7F963-8AB7-448B-AC4D-16F5FE086F61}" type="slidenum">
              <a:rPr kumimoji="1" lang="ja-JP" altLang="en-US" smtClean="0"/>
              <a:t>2</a:t>
            </a:fld>
            <a:endParaRPr kumimoji="1" lang="ja-JP" altLang="en-US"/>
          </a:p>
        </p:txBody>
      </p:sp>
    </p:spTree>
    <p:extLst>
      <p:ext uri="{BB962C8B-B14F-4D97-AF65-F5344CB8AC3E}">
        <p14:creationId xmlns:p14="http://schemas.microsoft.com/office/powerpoint/2010/main" val="3786512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352C4-14C6-4B57-8D45-7FF78214AF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68EEDA-5789-AD5F-3526-C8A118ED0E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211344-49BD-9A18-AA54-FE85EE94BAD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CCC11A9-11AA-5284-3AF9-F26B2FB5718B}"/>
              </a:ext>
            </a:extLst>
          </p:cNvPr>
          <p:cNvSpPr>
            <a:spLocks noGrp="1"/>
          </p:cNvSpPr>
          <p:nvPr>
            <p:ph type="sldNum" sz="quarter" idx="5"/>
          </p:nvPr>
        </p:nvSpPr>
        <p:spPr/>
        <p:txBody>
          <a:bodyPr/>
          <a:lstStyle/>
          <a:p>
            <a:fld id="{01E7F963-8AB7-448B-AC4D-16F5FE086F61}" type="slidenum">
              <a:rPr kumimoji="1" lang="ja-JP" altLang="en-US" smtClean="0"/>
              <a:t>3</a:t>
            </a:fld>
            <a:endParaRPr kumimoji="1" lang="ja-JP" altLang="en-US"/>
          </a:p>
        </p:txBody>
      </p:sp>
    </p:spTree>
    <p:extLst>
      <p:ext uri="{BB962C8B-B14F-4D97-AF65-F5344CB8AC3E}">
        <p14:creationId xmlns:p14="http://schemas.microsoft.com/office/powerpoint/2010/main" val="27626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43C4-6D9B-4FE4-12CA-D43BEAE9A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01CF86-5CEA-1893-A3B4-97E87A29BD1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BE7C0E-8158-7398-2D05-8DC47E411F1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AB45245-97BD-C84C-BEB9-BF6F453AEC51}"/>
              </a:ext>
            </a:extLst>
          </p:cNvPr>
          <p:cNvSpPr>
            <a:spLocks noGrp="1"/>
          </p:cNvSpPr>
          <p:nvPr>
            <p:ph type="sldNum" sz="quarter" idx="5"/>
          </p:nvPr>
        </p:nvSpPr>
        <p:spPr/>
        <p:txBody>
          <a:bodyPr/>
          <a:lstStyle/>
          <a:p>
            <a:fld id="{01E7F963-8AB7-448B-AC4D-16F5FE086F61}" type="slidenum">
              <a:rPr kumimoji="1" lang="ja-JP" altLang="en-US" smtClean="0"/>
              <a:t>4</a:t>
            </a:fld>
            <a:endParaRPr kumimoji="1" lang="ja-JP" altLang="en-US"/>
          </a:p>
        </p:txBody>
      </p:sp>
    </p:spTree>
    <p:extLst>
      <p:ext uri="{BB962C8B-B14F-4D97-AF65-F5344CB8AC3E}">
        <p14:creationId xmlns:p14="http://schemas.microsoft.com/office/powerpoint/2010/main" val="661835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019A-5C56-84BC-8DD7-8CEDC2FE4B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8CA622-A210-F712-97AF-C4528228CC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6282A5-1636-D816-5092-238C0212A8C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ACC7423-5417-C409-035A-B65414AA3892}"/>
              </a:ext>
            </a:extLst>
          </p:cNvPr>
          <p:cNvSpPr>
            <a:spLocks noGrp="1"/>
          </p:cNvSpPr>
          <p:nvPr>
            <p:ph type="sldNum" sz="quarter" idx="5"/>
          </p:nvPr>
        </p:nvSpPr>
        <p:spPr/>
        <p:txBody>
          <a:bodyPr/>
          <a:lstStyle/>
          <a:p>
            <a:fld id="{01E7F963-8AB7-448B-AC4D-16F5FE086F61}" type="slidenum">
              <a:rPr kumimoji="1" lang="ja-JP" altLang="en-US" smtClean="0"/>
              <a:t>5</a:t>
            </a:fld>
            <a:endParaRPr kumimoji="1" lang="ja-JP" altLang="en-US"/>
          </a:p>
        </p:txBody>
      </p:sp>
    </p:spTree>
    <p:extLst>
      <p:ext uri="{BB962C8B-B14F-4D97-AF65-F5344CB8AC3E}">
        <p14:creationId xmlns:p14="http://schemas.microsoft.com/office/powerpoint/2010/main" val="1813389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82503-31B0-2BDB-8F05-E69764E272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2B6348-FB7D-EC6B-4599-CB86440D894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04E09B6-6224-0532-5163-6F9CB47F86A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918FDFB-0B26-C964-B9D0-DD0D7035190C}"/>
              </a:ext>
            </a:extLst>
          </p:cNvPr>
          <p:cNvSpPr>
            <a:spLocks noGrp="1"/>
          </p:cNvSpPr>
          <p:nvPr>
            <p:ph type="sldNum" sz="quarter" idx="5"/>
          </p:nvPr>
        </p:nvSpPr>
        <p:spPr/>
        <p:txBody>
          <a:bodyPr/>
          <a:lstStyle/>
          <a:p>
            <a:fld id="{01E7F963-8AB7-448B-AC4D-16F5FE086F61}" type="slidenum">
              <a:rPr kumimoji="1" lang="ja-JP" altLang="en-US" smtClean="0"/>
              <a:t>6</a:t>
            </a:fld>
            <a:endParaRPr kumimoji="1" lang="ja-JP" altLang="en-US"/>
          </a:p>
        </p:txBody>
      </p:sp>
    </p:spTree>
    <p:extLst>
      <p:ext uri="{BB962C8B-B14F-4D97-AF65-F5344CB8AC3E}">
        <p14:creationId xmlns:p14="http://schemas.microsoft.com/office/powerpoint/2010/main" val="2858950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DEB9DD65-D8BE-4D99-9127-C93894DBA588}" type="datetime1">
              <a:rPr kumimoji="1" lang="ja-JP" altLang="en-US" smtClean="0"/>
              <a:t>2025/4/16</a:t>
            </a:fld>
            <a:endParaRPr kumimoji="1" lang="ja-JP" altLang="en-US"/>
          </a:p>
        </p:txBody>
      </p:sp>
      <p:sp>
        <p:nvSpPr>
          <p:cNvPr id="5" name="Footer Placeholder 4"/>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6" name="Slide Number Placeholder 5"/>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19771965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866CF807-A0F4-490C-B8A8-F5ECFE5F7839}" type="datetime1">
              <a:rPr kumimoji="1" lang="ja-JP" altLang="en-US" smtClean="0"/>
              <a:t>2025/4/16</a:t>
            </a:fld>
            <a:endParaRPr kumimoji="1" lang="ja-JP" altLang="en-US"/>
          </a:p>
        </p:txBody>
      </p:sp>
      <p:sp>
        <p:nvSpPr>
          <p:cNvPr id="5" name="Footer Placeholder 4"/>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6" name="Slide Number Placeholder 5"/>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21882808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6FC18D3-D473-42BF-A999-81BE56EECF23}" type="datetime1">
              <a:rPr kumimoji="1" lang="ja-JP" altLang="en-US" smtClean="0"/>
              <a:t>2025/4/16</a:t>
            </a:fld>
            <a:endParaRPr kumimoji="1" lang="ja-JP" altLang="en-US"/>
          </a:p>
        </p:txBody>
      </p:sp>
      <p:sp>
        <p:nvSpPr>
          <p:cNvPr id="5" name="Footer Placeholder 4"/>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6" name="Slide Number Placeholder 5"/>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33713884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A38978B7-1645-42D8-8C51-76A00C2B307B}" type="datetime1">
              <a:rPr kumimoji="1" lang="ja-JP" altLang="en-US" smtClean="0"/>
              <a:t>2025/4/16</a:t>
            </a:fld>
            <a:endParaRPr kumimoji="1" lang="ja-JP" altLang="en-US"/>
          </a:p>
        </p:txBody>
      </p:sp>
      <p:sp>
        <p:nvSpPr>
          <p:cNvPr id="6" name="Footer Placeholder 5"/>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7" name="Slide Number Placeholder 6"/>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1484557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BE83A603-1008-468E-91BA-6BC209475B4F}" type="datetime1">
              <a:rPr kumimoji="1" lang="ja-JP" altLang="en-US" smtClean="0"/>
              <a:t>2025/4/16</a:t>
            </a:fld>
            <a:endParaRPr kumimoji="1" lang="ja-JP" altLang="en-US"/>
          </a:p>
        </p:txBody>
      </p:sp>
      <p:sp>
        <p:nvSpPr>
          <p:cNvPr id="8" name="Footer Placeholder 7"/>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9" name="Slide Number Placeholder 8"/>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790437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A4380F9A-FFA1-43DF-8689-9ABAC68E0A7B}" type="datetime1">
              <a:rPr kumimoji="1" lang="ja-JP" altLang="en-US" smtClean="0"/>
              <a:t>2025/4/16</a:t>
            </a:fld>
            <a:endParaRPr kumimoji="1" lang="ja-JP" altLang="en-US"/>
          </a:p>
        </p:txBody>
      </p:sp>
      <p:sp>
        <p:nvSpPr>
          <p:cNvPr id="4" name="Footer Placeholder 3"/>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5" name="Slide Number Placeholder 4"/>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344020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A3450-AAA7-454C-A6A8-F7BA08DF106A}" type="datetime1">
              <a:rPr kumimoji="1" lang="ja-JP" altLang="en-US" smtClean="0"/>
              <a:t>2025/4/16</a:t>
            </a:fld>
            <a:endParaRPr kumimoji="1" lang="ja-JP" altLang="en-US"/>
          </a:p>
        </p:txBody>
      </p:sp>
      <p:sp>
        <p:nvSpPr>
          <p:cNvPr id="3" name="Footer Placeholder 2"/>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4" name="Slide Number Placeholder 3"/>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29557149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D8BC463-5FBD-4399-84BC-8623CAC19DF8}" type="datetime1">
              <a:rPr kumimoji="1" lang="ja-JP" altLang="en-US" smtClean="0"/>
              <a:t>2025/4/16</a:t>
            </a:fld>
            <a:endParaRPr kumimoji="1" lang="ja-JP" altLang="en-US"/>
          </a:p>
        </p:txBody>
      </p:sp>
      <p:sp>
        <p:nvSpPr>
          <p:cNvPr id="6" name="Footer Placeholder 5"/>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7" name="Slide Number Placeholder 6"/>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500147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1A02839-5C6B-40D9-9D1A-9DE00B5FE3AE}" type="datetime1">
              <a:rPr kumimoji="1" lang="ja-JP" altLang="en-US" smtClean="0"/>
              <a:t>2025/4/16</a:t>
            </a:fld>
            <a:endParaRPr kumimoji="1" lang="ja-JP" altLang="en-US"/>
          </a:p>
        </p:txBody>
      </p:sp>
      <p:sp>
        <p:nvSpPr>
          <p:cNvPr id="6" name="Footer Placeholder 5"/>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7" name="Slide Number Placeholder 6"/>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3349559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07A68C1-D749-4A23-A803-ABA34555D71E}" type="datetime1">
              <a:rPr kumimoji="1" lang="ja-JP" altLang="en-US" smtClean="0"/>
              <a:t>2025/4/16</a:t>
            </a:fld>
            <a:endParaRPr kumimoji="1" lang="ja-JP" altLang="en-US"/>
          </a:p>
        </p:txBody>
      </p:sp>
      <p:sp>
        <p:nvSpPr>
          <p:cNvPr id="5" name="Footer Placeholder 4"/>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6" name="Slide Number Placeholder 5"/>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1972333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0B7ABCB0-BD6E-470C-8827-0B8088985054}" type="datetime1">
              <a:rPr kumimoji="1" lang="ja-JP" altLang="en-US" smtClean="0"/>
              <a:t>2025/4/16</a:t>
            </a:fld>
            <a:endParaRPr kumimoji="1" lang="ja-JP" altLang="en-US"/>
          </a:p>
        </p:txBody>
      </p:sp>
      <p:sp>
        <p:nvSpPr>
          <p:cNvPr id="5" name="Footer Placeholder 4"/>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6" name="Slide Number Placeholder 5"/>
          <p:cNvSpPr>
            <a:spLocks noGrp="1"/>
          </p:cNvSpPr>
          <p:nvPr>
            <p:ph type="sldNum" sz="quarter" idx="12"/>
          </p:nvPr>
        </p:nvSpPr>
        <p:spPr/>
        <p:txBody>
          <a:body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3635225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1F515B-B536-4619-9A4E-3FAEA3B556F4}" type="datetime1">
              <a:rPr kumimoji="1" lang="ja-JP" altLang="en-US" smtClean="0"/>
              <a:t>2025/4/16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ja-JP" altLang="en-US"/>
              <a:t>奈良高専プロコン</a:t>
            </a:r>
            <a:r>
              <a:rPr kumimoji="1" lang="en-US" altLang="ja-JP"/>
              <a:t>2025</a:t>
            </a:r>
            <a:r>
              <a:rPr kumimoji="1" lang="ja-JP" altLang="en-US"/>
              <a:t>（仮）</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823850-09EE-4CA9-A8BD-0D55C34BAC4A}" type="slidenum">
              <a:rPr kumimoji="1" lang="ja-JP" altLang="en-US" smtClean="0"/>
              <a:t>‹#›</a:t>
            </a:fld>
            <a:endParaRPr kumimoji="1" lang="ja-JP" altLang="en-US"/>
          </a:p>
        </p:txBody>
      </p:sp>
    </p:spTree>
    <p:extLst>
      <p:ext uri="{BB962C8B-B14F-4D97-AF65-F5344CB8AC3E}">
        <p14:creationId xmlns:p14="http://schemas.microsoft.com/office/powerpoint/2010/main" val="25351517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10_94EA326.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kokusen.go.jp/pionet/pdf/pionet_201809kentou.pdf"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446E5-9D90-5316-BC5E-7CBBC8D36528}"/>
            </a:ext>
          </a:extLst>
        </p:cNvPr>
        <p:cNvGrpSpPr/>
        <p:nvPr/>
      </p:nvGrpSpPr>
      <p:grpSpPr>
        <a:xfrm>
          <a:off x="0" y="0"/>
          <a:ext cx="0" cy="0"/>
          <a:chOff x="0" y="0"/>
          <a:chExt cx="0" cy="0"/>
        </a:xfrm>
      </p:grpSpPr>
      <p:sp>
        <p:nvSpPr>
          <p:cNvPr id="3" name="フローチャート: 結合子 2">
            <a:extLst>
              <a:ext uri="{FF2B5EF4-FFF2-40B4-BE49-F238E27FC236}">
                <a16:creationId xmlns:a16="http://schemas.microsoft.com/office/drawing/2014/main" id="{E0F2DC80-CB9E-4D35-1467-7C42750D79FC}"/>
              </a:ext>
            </a:extLst>
          </p:cNvPr>
          <p:cNvSpPr/>
          <p:nvPr/>
        </p:nvSpPr>
        <p:spPr>
          <a:xfrm>
            <a:off x="-3594227" y="-10558"/>
            <a:ext cx="7147249" cy="6871996"/>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DFF8E0AC-D14B-B6A8-A97F-372D8EDE7D57}"/>
              </a:ext>
            </a:extLst>
          </p:cNvPr>
          <p:cNvSpPr txBox="1"/>
          <p:nvPr/>
        </p:nvSpPr>
        <p:spPr>
          <a:xfrm>
            <a:off x="886408" y="3013501"/>
            <a:ext cx="1670179" cy="830997"/>
          </a:xfrm>
          <a:prstGeom prst="rect">
            <a:avLst/>
          </a:prstGeom>
          <a:noFill/>
        </p:spPr>
        <p:txBody>
          <a:bodyPr wrap="square" rtlCol="0">
            <a:spAutoFit/>
          </a:bodyPr>
          <a:lstStyle/>
          <a:p>
            <a:pPr algn="ctr"/>
            <a:r>
              <a:rPr kumimoji="1" lang="ja-JP" altLang="en-US" sz="4800">
                <a:solidFill>
                  <a:schemeClr val="bg1"/>
                </a:solidFill>
              </a:rPr>
              <a:t>目次</a:t>
            </a:r>
          </a:p>
        </p:txBody>
      </p:sp>
      <p:sp>
        <p:nvSpPr>
          <p:cNvPr id="5" name="テキスト ボックス 4">
            <a:extLst>
              <a:ext uri="{FF2B5EF4-FFF2-40B4-BE49-F238E27FC236}">
                <a16:creationId xmlns:a16="http://schemas.microsoft.com/office/drawing/2014/main" id="{C776C120-25AD-8F52-B849-E12DFD28D048}"/>
              </a:ext>
            </a:extLst>
          </p:cNvPr>
          <p:cNvSpPr txBox="1"/>
          <p:nvPr/>
        </p:nvSpPr>
        <p:spPr>
          <a:xfrm>
            <a:off x="3236169" y="957328"/>
            <a:ext cx="6522099" cy="461665"/>
          </a:xfrm>
          <a:prstGeom prst="rect">
            <a:avLst/>
          </a:prstGeom>
          <a:noFill/>
        </p:spPr>
        <p:txBody>
          <a:bodyPr wrap="square" rtlCol="0" anchor="ctr">
            <a:spAutoFit/>
          </a:bodyPr>
          <a:lstStyle/>
          <a:p>
            <a:r>
              <a:rPr kumimoji="1" lang="ja-JP" altLang="en-US" sz="2400">
                <a:solidFill>
                  <a:schemeClr val="bg2">
                    <a:lumMod val="75000"/>
                  </a:schemeClr>
                </a:solidFill>
              </a:rPr>
              <a:t>１．課題提供に関するお詫び</a:t>
            </a:r>
          </a:p>
        </p:txBody>
      </p:sp>
      <p:sp>
        <p:nvSpPr>
          <p:cNvPr id="6" name="テキスト ボックス 5">
            <a:extLst>
              <a:ext uri="{FF2B5EF4-FFF2-40B4-BE49-F238E27FC236}">
                <a16:creationId xmlns:a16="http://schemas.microsoft.com/office/drawing/2014/main" id="{DA9CFAAF-029F-8B93-86F1-DA9368E46A86}"/>
              </a:ext>
            </a:extLst>
          </p:cNvPr>
          <p:cNvSpPr txBox="1"/>
          <p:nvPr/>
        </p:nvSpPr>
        <p:spPr>
          <a:xfrm>
            <a:off x="3703477" y="2012098"/>
            <a:ext cx="6522099" cy="461665"/>
          </a:xfrm>
          <a:prstGeom prst="rect">
            <a:avLst/>
          </a:prstGeom>
          <a:noFill/>
        </p:spPr>
        <p:txBody>
          <a:bodyPr wrap="square" rtlCol="0" anchor="ctr">
            <a:spAutoFit/>
          </a:bodyPr>
          <a:lstStyle/>
          <a:p>
            <a:r>
              <a:rPr kumimoji="1" lang="ja-JP" altLang="en-US" sz="2400">
                <a:solidFill>
                  <a:schemeClr val="bg2">
                    <a:lumMod val="75000"/>
                  </a:schemeClr>
                </a:solidFill>
              </a:rPr>
              <a:t>２．課題変更の詳しい理由</a:t>
            </a:r>
          </a:p>
        </p:txBody>
      </p:sp>
      <p:sp>
        <p:nvSpPr>
          <p:cNvPr id="7" name="テキスト ボックス 6">
            <a:extLst>
              <a:ext uri="{FF2B5EF4-FFF2-40B4-BE49-F238E27FC236}">
                <a16:creationId xmlns:a16="http://schemas.microsoft.com/office/drawing/2014/main" id="{D3CDFE5C-618D-7F23-1867-45002E2E45C3}"/>
              </a:ext>
            </a:extLst>
          </p:cNvPr>
          <p:cNvSpPr txBox="1"/>
          <p:nvPr/>
        </p:nvSpPr>
        <p:spPr>
          <a:xfrm>
            <a:off x="3851215" y="3181501"/>
            <a:ext cx="6522099" cy="461665"/>
          </a:xfrm>
          <a:prstGeom prst="rect">
            <a:avLst/>
          </a:prstGeom>
          <a:noFill/>
        </p:spPr>
        <p:txBody>
          <a:bodyPr wrap="square" rtlCol="0" anchor="ctr">
            <a:spAutoFit/>
          </a:bodyPr>
          <a:lstStyle/>
          <a:p>
            <a:r>
              <a:rPr kumimoji="1" lang="ja-JP" altLang="en-US" sz="2400">
                <a:solidFill>
                  <a:schemeClr val="bg2">
                    <a:lumMod val="75000"/>
                  </a:schemeClr>
                </a:solidFill>
              </a:rPr>
              <a:t>３．新しい課題のご提案（</a:t>
            </a:r>
            <a:r>
              <a:rPr kumimoji="1" lang="en-US" altLang="ja-JP" sz="2400" b="1">
                <a:solidFill>
                  <a:schemeClr val="bg2">
                    <a:lumMod val="75000"/>
                  </a:schemeClr>
                </a:solidFill>
              </a:rPr>
              <a:t>PIO-NET</a:t>
            </a:r>
            <a:r>
              <a:rPr kumimoji="1" lang="ja-JP" altLang="en-US" sz="2400">
                <a:solidFill>
                  <a:schemeClr val="bg2">
                    <a:lumMod val="75000"/>
                  </a:schemeClr>
                </a:solidFill>
              </a:rPr>
              <a:t>）</a:t>
            </a:r>
          </a:p>
        </p:txBody>
      </p:sp>
      <p:sp>
        <p:nvSpPr>
          <p:cNvPr id="8" name="テキスト ボックス 7">
            <a:extLst>
              <a:ext uri="{FF2B5EF4-FFF2-40B4-BE49-F238E27FC236}">
                <a16:creationId xmlns:a16="http://schemas.microsoft.com/office/drawing/2014/main" id="{52D51322-6FA7-C43D-6685-05FA1DFE4283}"/>
              </a:ext>
            </a:extLst>
          </p:cNvPr>
          <p:cNvSpPr txBox="1"/>
          <p:nvPr/>
        </p:nvSpPr>
        <p:spPr>
          <a:xfrm>
            <a:off x="3703477" y="4322681"/>
            <a:ext cx="6522099" cy="584775"/>
          </a:xfrm>
          <a:prstGeom prst="rect">
            <a:avLst/>
          </a:prstGeom>
          <a:noFill/>
        </p:spPr>
        <p:txBody>
          <a:bodyPr wrap="square" rtlCol="0" anchor="ctr">
            <a:spAutoFit/>
          </a:bodyPr>
          <a:lstStyle/>
          <a:p>
            <a:r>
              <a:rPr kumimoji="1" lang="ja-JP" altLang="en-US" sz="3200"/>
              <a:t>４．新しい課題のご質問</a:t>
            </a:r>
          </a:p>
        </p:txBody>
      </p:sp>
      <p:sp>
        <p:nvSpPr>
          <p:cNvPr id="9" name="テキスト ボックス 8">
            <a:extLst>
              <a:ext uri="{FF2B5EF4-FFF2-40B4-BE49-F238E27FC236}">
                <a16:creationId xmlns:a16="http://schemas.microsoft.com/office/drawing/2014/main" id="{30602FDE-DC41-CA2E-234E-4A521BEF1362}"/>
              </a:ext>
            </a:extLst>
          </p:cNvPr>
          <p:cNvSpPr txBox="1"/>
          <p:nvPr/>
        </p:nvSpPr>
        <p:spPr>
          <a:xfrm>
            <a:off x="3222956" y="5525285"/>
            <a:ext cx="6522099" cy="461665"/>
          </a:xfrm>
          <a:prstGeom prst="rect">
            <a:avLst/>
          </a:prstGeom>
          <a:noFill/>
        </p:spPr>
        <p:txBody>
          <a:bodyPr wrap="square" rtlCol="0" anchor="ctr">
            <a:spAutoFit/>
          </a:bodyPr>
          <a:lstStyle/>
          <a:p>
            <a:r>
              <a:rPr kumimoji="1" lang="ja-JP" altLang="en-US" sz="2400">
                <a:solidFill>
                  <a:schemeClr val="bg2">
                    <a:lumMod val="75000"/>
                  </a:schemeClr>
                </a:solidFill>
              </a:rPr>
              <a:t>５．さいごに</a:t>
            </a:r>
          </a:p>
        </p:txBody>
      </p:sp>
      <p:sp>
        <p:nvSpPr>
          <p:cNvPr id="10" name="フッター プレースホルダー 9">
            <a:extLst>
              <a:ext uri="{FF2B5EF4-FFF2-40B4-BE49-F238E27FC236}">
                <a16:creationId xmlns:a16="http://schemas.microsoft.com/office/drawing/2014/main" id="{B67DA094-1FCB-4A6B-812C-15BBF573A712}"/>
              </a:ext>
            </a:extLst>
          </p:cNvPr>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11" name="スライド番号プレースホルダー 10">
            <a:extLst>
              <a:ext uri="{FF2B5EF4-FFF2-40B4-BE49-F238E27FC236}">
                <a16:creationId xmlns:a16="http://schemas.microsoft.com/office/drawing/2014/main" id="{7C2B4013-61C9-31F6-8C4F-A32CD824C14B}"/>
              </a:ext>
            </a:extLst>
          </p:cNvPr>
          <p:cNvSpPr>
            <a:spLocks noGrp="1"/>
          </p:cNvSpPr>
          <p:nvPr>
            <p:ph type="sldNum" sz="quarter" idx="12"/>
          </p:nvPr>
        </p:nvSpPr>
        <p:spPr/>
        <p:txBody>
          <a:bodyPr/>
          <a:lstStyle/>
          <a:p>
            <a:fld id="{EE823850-09EE-4CA9-A8BD-0D55C34BAC4A}" type="slidenum">
              <a:rPr kumimoji="1" lang="ja-JP" altLang="en-US" smtClean="0"/>
              <a:t>1</a:t>
            </a:fld>
            <a:endParaRPr kumimoji="1" lang="ja-JP" altLang="en-US"/>
          </a:p>
        </p:txBody>
      </p:sp>
    </p:spTree>
    <p:extLst>
      <p:ext uri="{BB962C8B-B14F-4D97-AF65-F5344CB8AC3E}">
        <p14:creationId xmlns:p14="http://schemas.microsoft.com/office/powerpoint/2010/main" val="351389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83E6-6EBD-4EFB-07F4-B27FA8F22AFA}"/>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F05FA7E4-D376-E94F-8777-2BACF9FFCC46}"/>
              </a:ext>
            </a:extLst>
          </p:cNvPr>
          <p:cNvSpPr txBox="1"/>
          <p:nvPr/>
        </p:nvSpPr>
        <p:spPr>
          <a:xfrm>
            <a:off x="363895" y="541175"/>
            <a:ext cx="5850294" cy="646331"/>
          </a:xfrm>
          <a:prstGeom prst="rect">
            <a:avLst/>
          </a:prstGeom>
          <a:noFill/>
        </p:spPr>
        <p:txBody>
          <a:bodyPr wrap="square" rtlCol="0" anchor="ctr">
            <a:spAutoFit/>
          </a:bodyPr>
          <a:lstStyle/>
          <a:p>
            <a:r>
              <a:rPr kumimoji="1" lang="ja-JP" altLang="en-US" sz="3600"/>
              <a:t>新しい課題のご質問 </a:t>
            </a:r>
            <a:r>
              <a:rPr kumimoji="1" lang="en-US" altLang="ja-JP" sz="3600" b="1"/>
              <a:t>1/2</a:t>
            </a:r>
            <a:endParaRPr kumimoji="1" lang="ja-JP" altLang="en-US" sz="3600" b="1"/>
          </a:p>
        </p:txBody>
      </p:sp>
      <p:cxnSp>
        <p:nvCxnSpPr>
          <p:cNvPr id="5" name="直線コネクタ 4">
            <a:extLst>
              <a:ext uri="{FF2B5EF4-FFF2-40B4-BE49-F238E27FC236}">
                <a16:creationId xmlns:a16="http://schemas.microsoft.com/office/drawing/2014/main" id="{95AE7E98-1D9D-D00A-B38C-6082CC929782}"/>
              </a:ext>
            </a:extLst>
          </p:cNvPr>
          <p:cNvCxnSpPr>
            <a:cxnSpLocks/>
          </p:cNvCxnSpPr>
          <p:nvPr/>
        </p:nvCxnSpPr>
        <p:spPr>
          <a:xfrm>
            <a:off x="363895" y="1308804"/>
            <a:ext cx="11464210" cy="0"/>
          </a:xfrm>
          <a:prstGeom prst="line">
            <a:avLst/>
          </a:prstGeom>
          <a:ln w="762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フッター プレースホルダー 1">
            <a:extLst>
              <a:ext uri="{FF2B5EF4-FFF2-40B4-BE49-F238E27FC236}">
                <a16:creationId xmlns:a16="http://schemas.microsoft.com/office/drawing/2014/main" id="{A602D538-F6F0-892C-D19E-58979DDF5DE8}"/>
              </a:ext>
            </a:extLst>
          </p:cNvPr>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4" name="スライド番号プレースホルダー 3">
            <a:extLst>
              <a:ext uri="{FF2B5EF4-FFF2-40B4-BE49-F238E27FC236}">
                <a16:creationId xmlns:a16="http://schemas.microsoft.com/office/drawing/2014/main" id="{0A4B4046-D626-F7A3-8984-841B562B7B05}"/>
              </a:ext>
            </a:extLst>
          </p:cNvPr>
          <p:cNvSpPr>
            <a:spLocks noGrp="1"/>
          </p:cNvSpPr>
          <p:nvPr>
            <p:ph type="sldNum" sz="quarter" idx="12"/>
          </p:nvPr>
        </p:nvSpPr>
        <p:spPr/>
        <p:txBody>
          <a:bodyPr/>
          <a:lstStyle/>
          <a:p>
            <a:fld id="{EE823850-09EE-4CA9-A8BD-0D55C34BAC4A}" type="slidenum">
              <a:rPr kumimoji="1" lang="ja-JP" altLang="en-US" smtClean="0"/>
              <a:t>2</a:t>
            </a:fld>
            <a:endParaRPr kumimoji="1" lang="ja-JP" altLang="en-US"/>
          </a:p>
        </p:txBody>
      </p:sp>
      <p:sp>
        <p:nvSpPr>
          <p:cNvPr id="9" name="テキスト ボックス 8">
            <a:extLst>
              <a:ext uri="{FF2B5EF4-FFF2-40B4-BE49-F238E27FC236}">
                <a16:creationId xmlns:a16="http://schemas.microsoft.com/office/drawing/2014/main" id="{421A474A-2330-5A08-D03E-D5B5A5F2A589}"/>
              </a:ext>
            </a:extLst>
          </p:cNvPr>
          <p:cNvSpPr txBox="1"/>
          <p:nvPr/>
        </p:nvSpPr>
        <p:spPr>
          <a:xfrm>
            <a:off x="10016836" y="969122"/>
            <a:ext cx="1811266" cy="307777"/>
          </a:xfrm>
          <a:prstGeom prst="rect">
            <a:avLst/>
          </a:prstGeom>
          <a:noFill/>
        </p:spPr>
        <p:txBody>
          <a:bodyPr wrap="square" rtlCol="0" anchor="b">
            <a:spAutoFit/>
          </a:bodyPr>
          <a:lstStyle/>
          <a:p>
            <a:pPr algn="r"/>
            <a:r>
              <a:rPr kumimoji="1" lang="en-US" altLang="ja-JP" sz="1400">
                <a:solidFill>
                  <a:srgbClr val="0B3041"/>
                </a:solidFill>
                <a:latin typeface="+mn-ea"/>
              </a:rPr>
              <a:t>Questions</a:t>
            </a:r>
            <a:endParaRPr kumimoji="1" lang="ja-JP" altLang="en-US" sz="1400">
              <a:solidFill>
                <a:srgbClr val="0B3041"/>
              </a:solidFill>
              <a:latin typeface="+mn-ea"/>
            </a:endParaRPr>
          </a:p>
        </p:txBody>
      </p:sp>
      <p:sp>
        <p:nvSpPr>
          <p:cNvPr id="8" name="テキスト ボックス 7">
            <a:extLst>
              <a:ext uri="{FF2B5EF4-FFF2-40B4-BE49-F238E27FC236}">
                <a16:creationId xmlns:a16="http://schemas.microsoft.com/office/drawing/2014/main" id="{2BB37E7A-79DF-5BC8-228C-A1651A5658E5}"/>
              </a:ext>
            </a:extLst>
          </p:cNvPr>
          <p:cNvSpPr txBox="1"/>
          <p:nvPr/>
        </p:nvSpPr>
        <p:spPr>
          <a:xfrm>
            <a:off x="569293" y="1786275"/>
            <a:ext cx="4800454" cy="523220"/>
          </a:xfrm>
          <a:prstGeom prst="rect">
            <a:avLst/>
          </a:prstGeom>
          <a:noFill/>
        </p:spPr>
        <p:txBody>
          <a:bodyPr wrap="square" lIns="91440" tIns="45720" rIns="91440" bIns="45720" rtlCol="0" anchor="t">
            <a:spAutoFit/>
          </a:bodyPr>
          <a:lstStyle/>
          <a:p>
            <a:r>
              <a:rPr kumimoji="1" lang="ja-JP" altLang="en-US" sz="2400">
                <a:solidFill>
                  <a:srgbClr val="0B76A0"/>
                </a:solidFill>
                <a:ea typeface="HGｺﾞｼｯｸE"/>
              </a:rPr>
              <a:t>質問１：現在の</a:t>
            </a:r>
            <a:r>
              <a:rPr kumimoji="1" lang="en-US" altLang="ja-JP" sz="2400" dirty="0">
                <a:solidFill>
                  <a:srgbClr val="0B76A0"/>
                </a:solidFill>
                <a:ea typeface="HGｺﾞｼｯｸE"/>
              </a:rPr>
              <a:t>PIO-NET</a:t>
            </a:r>
            <a:r>
              <a:rPr kumimoji="1" lang="ja-JP" altLang="en-US" sz="2400">
                <a:solidFill>
                  <a:srgbClr val="0B76A0"/>
                </a:solidFill>
                <a:ea typeface="HGｺﾞｼｯｸE"/>
              </a:rPr>
              <a:t>の</a:t>
            </a:r>
            <a:r>
              <a:rPr kumimoji="1" lang="ja-JP" altLang="en-US" sz="2800">
                <a:solidFill>
                  <a:srgbClr val="0B76A0"/>
                </a:solidFill>
                <a:ea typeface="HGｺﾞｼｯｸE"/>
              </a:rPr>
              <a:t>問題点</a:t>
            </a:r>
            <a:endParaRPr kumimoji="1" lang="en-US" altLang="ja-JP" sz="2400">
              <a:solidFill>
                <a:srgbClr val="0B76A0"/>
              </a:solidFill>
              <a:ea typeface="HGｺﾞｼｯｸE"/>
            </a:endParaRPr>
          </a:p>
        </p:txBody>
      </p:sp>
      <p:cxnSp>
        <p:nvCxnSpPr>
          <p:cNvPr id="10" name="直線コネクタ 9">
            <a:extLst>
              <a:ext uri="{FF2B5EF4-FFF2-40B4-BE49-F238E27FC236}">
                <a16:creationId xmlns:a16="http://schemas.microsoft.com/office/drawing/2014/main" id="{6BD50E0C-BD53-7314-926B-1615E457FE88}"/>
              </a:ext>
            </a:extLst>
          </p:cNvPr>
          <p:cNvCxnSpPr>
            <a:cxnSpLocks/>
          </p:cNvCxnSpPr>
          <p:nvPr/>
        </p:nvCxnSpPr>
        <p:spPr>
          <a:xfrm>
            <a:off x="483389" y="1900342"/>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49599A52-CF3D-C476-FBC1-802DF66506BC}"/>
              </a:ext>
            </a:extLst>
          </p:cNvPr>
          <p:cNvSpPr txBox="1"/>
          <p:nvPr/>
        </p:nvSpPr>
        <p:spPr>
          <a:xfrm>
            <a:off x="631824" y="2212121"/>
            <a:ext cx="11152695" cy="1689373"/>
          </a:xfrm>
          <a:prstGeom prst="rect">
            <a:avLst/>
          </a:prstGeom>
          <a:noFill/>
        </p:spPr>
        <p:txBody>
          <a:bodyPr wrap="square" lIns="91440" tIns="45720" rIns="91440" bIns="45720" rtlCol="0" anchor="t">
            <a:spAutoFit/>
          </a:bodyPr>
          <a:lstStyle/>
          <a:p>
            <a:pPr>
              <a:lnSpc>
                <a:spcPct val="150000"/>
              </a:lnSpc>
            </a:pPr>
            <a:r>
              <a:rPr lang="ja-JP" altLang="en-US" dirty="0">
                <a:latin typeface="hgｺﾞｼｯｸe"/>
                <a:ea typeface="hgｺﾞｼｯｸe"/>
              </a:rPr>
              <a:t>下記の資料</a:t>
            </a:r>
            <a:r>
              <a:rPr lang="en-US" altLang="ja-JP" dirty="0">
                <a:latin typeface="hgｺﾞｼｯｸe"/>
                <a:ea typeface="hgｺﾞｼｯｸe"/>
              </a:rPr>
              <a:t>(</a:t>
            </a:r>
            <a:r>
              <a:rPr lang="ja-JP" altLang="en-US" dirty="0">
                <a:latin typeface="hgｺﾞｼｯｸe"/>
                <a:ea typeface="hgｺﾞｼｯｸe"/>
              </a:rPr>
              <a:t>次期</a:t>
            </a:r>
            <a:r>
              <a:rPr lang="en-US" altLang="ja-JP" dirty="0">
                <a:latin typeface="hgｺﾞｼｯｸe"/>
                <a:ea typeface="hgｺﾞｼｯｸe"/>
              </a:rPr>
              <a:t>PIO-NET</a:t>
            </a:r>
            <a:r>
              <a:rPr lang="ja-JP" altLang="en-US" dirty="0">
                <a:latin typeface="hgｺﾞｼｯｸe"/>
                <a:ea typeface="hgｺﾞｼｯｸe"/>
              </a:rPr>
              <a:t>刷新に向けて</a:t>
            </a:r>
            <a:r>
              <a:rPr lang="en-US" altLang="ja-JP" dirty="0">
                <a:latin typeface="hgｺﾞｼｯｸe"/>
                <a:ea typeface="hgｺﾞｼｯｸe"/>
              </a:rPr>
              <a:t>)</a:t>
            </a:r>
            <a:r>
              <a:rPr lang="ja-JP" altLang="en-US" dirty="0">
                <a:latin typeface="hgｺﾞｼｯｸe"/>
                <a:ea typeface="hgｺﾞｼｯｸe"/>
              </a:rPr>
              <a:t>内の「刷新の取り組み内容」についてのお伺い。</a:t>
            </a:r>
            <a:endParaRPr lang="en-US" altLang="ja-JP" dirty="0">
              <a:latin typeface="hgｺﾞｼｯｸe"/>
              <a:ea typeface="hgｺﾞｼｯｸe"/>
            </a:endParaRPr>
          </a:p>
          <a:p>
            <a:pPr>
              <a:lnSpc>
                <a:spcPct val="150000"/>
              </a:lnSpc>
            </a:pPr>
            <a:r>
              <a:rPr lang="ja-JP" altLang="en-US" dirty="0">
                <a:latin typeface="hgｺﾞｼｯｸe"/>
                <a:ea typeface="hgｺﾞｼｯｸe"/>
              </a:rPr>
              <a:t>挙げられてる刷新点について、どの程度達成されているのかということが知りたいです。</a:t>
            </a:r>
            <a:endParaRPr lang="en-US" altLang="ja-JP" dirty="0">
              <a:latin typeface="hgｺﾞｼｯｸe"/>
              <a:ea typeface="hgｺﾞｼｯｸe"/>
            </a:endParaRPr>
          </a:p>
          <a:p>
            <a:pPr>
              <a:lnSpc>
                <a:spcPct val="150000"/>
              </a:lnSpc>
            </a:pPr>
            <a:r>
              <a:rPr lang="ja-JP" altLang="en-US">
                <a:latin typeface="hgｺﾞｼｯｸe"/>
                <a:ea typeface="hgｺﾞｼｯｸe"/>
              </a:rPr>
              <a:t>本質問については後程補足を入れさせていただきます。</a:t>
            </a:r>
            <a:endParaRPr lang="ja-JP" altLang="en-US" dirty="0">
              <a:latin typeface="hgｺﾞｼｯｸe"/>
              <a:ea typeface="hgｺﾞｼｯｸe"/>
            </a:endParaRPr>
          </a:p>
          <a:p>
            <a:pPr>
              <a:lnSpc>
                <a:spcPct val="150000"/>
              </a:lnSpc>
            </a:pPr>
            <a:r>
              <a:rPr lang="ja-JP" altLang="en-US" dirty="0">
                <a:latin typeface="hgｺﾞｼｯｸe"/>
                <a:ea typeface="hgｺﾞｼｯｸe"/>
              </a:rPr>
              <a:t>資料はこちらです「</a:t>
            </a:r>
            <a:r>
              <a:rPr lang="en-US" altLang="ja-JP" dirty="0">
                <a:latin typeface="hgｺﾞｼｯｸe"/>
                <a:ea typeface="hgｺﾞｼｯｸe"/>
                <a:hlinkClick r:id="rId4"/>
              </a:rPr>
              <a:t>https://www.kokusen.go.jp/pionet/pdf/pionet_201809kentou.pdf</a:t>
            </a:r>
            <a:r>
              <a:rPr lang="ja-JP" altLang="en-US" dirty="0">
                <a:latin typeface="hgｺﾞｼｯｸe"/>
                <a:ea typeface="hgｺﾞｼｯｸe"/>
              </a:rPr>
              <a:t>」</a:t>
            </a:r>
            <a:endParaRPr lang="en-US" altLang="ja-JP" dirty="0">
              <a:latin typeface="hgｺﾞｼｯｸe"/>
              <a:ea typeface="hgｺﾞｼｯｸe"/>
            </a:endParaRPr>
          </a:p>
        </p:txBody>
      </p:sp>
      <p:sp>
        <p:nvSpPr>
          <p:cNvPr id="12" name="テキスト ボックス 11">
            <a:extLst>
              <a:ext uri="{FF2B5EF4-FFF2-40B4-BE49-F238E27FC236}">
                <a16:creationId xmlns:a16="http://schemas.microsoft.com/office/drawing/2014/main" id="{CE91B041-9F59-9961-7C97-C40660819853}"/>
              </a:ext>
            </a:extLst>
          </p:cNvPr>
          <p:cNvSpPr txBox="1"/>
          <p:nvPr/>
        </p:nvSpPr>
        <p:spPr>
          <a:xfrm>
            <a:off x="569293" y="3902814"/>
            <a:ext cx="4800454" cy="523220"/>
          </a:xfrm>
          <a:prstGeom prst="rect">
            <a:avLst/>
          </a:prstGeom>
          <a:noFill/>
        </p:spPr>
        <p:txBody>
          <a:bodyPr wrap="square" lIns="91440" tIns="45720" rIns="91440" bIns="45720" rtlCol="0" anchor="t">
            <a:spAutoFit/>
          </a:bodyPr>
          <a:lstStyle/>
          <a:p>
            <a:r>
              <a:rPr kumimoji="1" lang="ja-JP" altLang="en-US" sz="2400">
                <a:solidFill>
                  <a:srgbClr val="0B76A0"/>
                </a:solidFill>
                <a:ea typeface="HGｺﾞｼｯｸE"/>
              </a:rPr>
              <a:t>質問２：現在の</a:t>
            </a:r>
            <a:r>
              <a:rPr kumimoji="1" lang="en-US" altLang="ja-JP" sz="2400" dirty="0">
                <a:solidFill>
                  <a:srgbClr val="0B76A0"/>
                </a:solidFill>
                <a:ea typeface="HGｺﾞｼｯｸE"/>
              </a:rPr>
              <a:t>PIO-NET</a:t>
            </a:r>
            <a:r>
              <a:rPr kumimoji="1" lang="ja-JP" altLang="en-US" sz="2400">
                <a:solidFill>
                  <a:srgbClr val="0B76A0"/>
                </a:solidFill>
                <a:ea typeface="HGｺﾞｼｯｸE"/>
              </a:rPr>
              <a:t>の</a:t>
            </a:r>
            <a:r>
              <a:rPr kumimoji="1" lang="ja-JP" altLang="en-US" sz="2800">
                <a:solidFill>
                  <a:srgbClr val="0B76A0"/>
                </a:solidFill>
                <a:ea typeface="HGｺﾞｼｯｸE"/>
              </a:rPr>
              <a:t>利活用</a:t>
            </a:r>
            <a:endParaRPr kumimoji="1" lang="en-US" altLang="ja-JP" sz="2400">
              <a:solidFill>
                <a:srgbClr val="0B76A0"/>
              </a:solidFill>
              <a:ea typeface="HGｺﾞｼｯｸE"/>
            </a:endParaRPr>
          </a:p>
        </p:txBody>
      </p:sp>
      <p:cxnSp>
        <p:nvCxnSpPr>
          <p:cNvPr id="13" name="直線コネクタ 12">
            <a:extLst>
              <a:ext uri="{FF2B5EF4-FFF2-40B4-BE49-F238E27FC236}">
                <a16:creationId xmlns:a16="http://schemas.microsoft.com/office/drawing/2014/main" id="{BDE04848-4AB8-89D4-39E5-D7A15321BEA1}"/>
              </a:ext>
            </a:extLst>
          </p:cNvPr>
          <p:cNvCxnSpPr>
            <a:cxnSpLocks/>
          </p:cNvCxnSpPr>
          <p:nvPr/>
        </p:nvCxnSpPr>
        <p:spPr>
          <a:xfrm>
            <a:off x="483389" y="3982813"/>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4FB1C129-EBAB-813A-DFDF-FB3F871C34A4}"/>
              </a:ext>
            </a:extLst>
          </p:cNvPr>
          <p:cNvSpPr txBox="1"/>
          <p:nvPr/>
        </p:nvSpPr>
        <p:spPr>
          <a:xfrm>
            <a:off x="631824" y="4294592"/>
            <a:ext cx="11152695" cy="1273875"/>
          </a:xfrm>
          <a:prstGeom prst="rect">
            <a:avLst/>
          </a:prstGeom>
          <a:noFill/>
        </p:spPr>
        <p:txBody>
          <a:bodyPr wrap="square" rtlCol="0" anchor="t">
            <a:spAutoFit/>
          </a:bodyPr>
          <a:lstStyle/>
          <a:p>
            <a:pPr>
              <a:lnSpc>
                <a:spcPct val="150000"/>
              </a:lnSpc>
            </a:pPr>
            <a:r>
              <a:rPr lang="ja-JP" altLang="en-US">
                <a:latin typeface="hgｺﾞｼｯｸe"/>
                <a:ea typeface="hgｺﾞｼｯｸe"/>
              </a:rPr>
              <a:t>奈良市や消費生活センター</a:t>
            </a:r>
            <a:r>
              <a:rPr lang="en-US" altLang="ja-JP">
                <a:latin typeface="hgｺﾞｼｯｸe"/>
                <a:ea typeface="hgｺﾞｼｯｸe"/>
              </a:rPr>
              <a:t>(</a:t>
            </a:r>
            <a:r>
              <a:rPr lang="ja-JP" altLang="en-US">
                <a:latin typeface="hgｺﾞｼｯｸe"/>
                <a:ea typeface="hgｺﾞｼｯｸe"/>
              </a:rPr>
              <a:t>敬称略</a:t>
            </a:r>
            <a:r>
              <a:rPr lang="en-US" altLang="ja-JP">
                <a:latin typeface="hgｺﾞｼｯｸe"/>
                <a:ea typeface="hgｺﾞｼｯｸe"/>
              </a:rPr>
              <a:t>)</a:t>
            </a:r>
            <a:r>
              <a:rPr lang="ja-JP" altLang="en-US">
                <a:latin typeface="hgｺﾞｼｯｸe"/>
                <a:ea typeface="hgｺﾞｼｯｸe"/>
              </a:rPr>
              <a:t>ではPIO-NETの利活用についてのお伺い。</a:t>
            </a:r>
            <a:endParaRPr lang="en-US" altLang="ja-JP">
              <a:latin typeface="hgｺﾞｼｯｸe"/>
              <a:ea typeface="hgｺﾞｼｯｸe"/>
            </a:endParaRPr>
          </a:p>
          <a:p>
            <a:pPr>
              <a:lnSpc>
                <a:spcPct val="150000"/>
              </a:lnSpc>
            </a:pPr>
            <a:r>
              <a:rPr lang="ja-JP" altLang="en-US">
                <a:latin typeface="hgｺﾞｼｯｸe"/>
                <a:ea typeface="hgｺﾞｼｯｸe"/>
              </a:rPr>
              <a:t>どのように利活用が進められているのかということを知りたいです。</a:t>
            </a:r>
            <a:endParaRPr lang="en-US" altLang="ja-JP">
              <a:latin typeface="hgｺﾞｼｯｸe"/>
              <a:ea typeface="hgｺﾞｼｯｸe"/>
            </a:endParaRPr>
          </a:p>
          <a:p>
            <a:pPr>
              <a:lnSpc>
                <a:spcPct val="150000"/>
              </a:lnSpc>
            </a:pPr>
            <a:r>
              <a:rPr lang="ja-JP" altLang="en-US">
                <a:latin typeface="hgｺﾞｼｯｸe"/>
                <a:ea typeface="hgｺﾞｼｯｸe"/>
              </a:rPr>
              <a:t>現状を把握するのに利用させていただきます。</a:t>
            </a:r>
            <a:endParaRPr lang="en-US" altLang="ja-JP">
              <a:latin typeface="hgｺﾞｼｯｸe"/>
              <a:ea typeface="hgｺﾞｼｯｸe"/>
            </a:endParaRPr>
          </a:p>
        </p:txBody>
      </p:sp>
    </p:spTree>
    <p:extLst>
      <p:ext uri="{BB962C8B-B14F-4D97-AF65-F5344CB8AC3E}">
        <p14:creationId xmlns:p14="http://schemas.microsoft.com/office/powerpoint/2010/main" val="15614851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87134-44E6-9D89-920A-0F13BF78A47E}"/>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8190DDE-D357-465F-A999-0F56B1BA156B}"/>
              </a:ext>
            </a:extLst>
          </p:cNvPr>
          <p:cNvSpPr txBox="1"/>
          <p:nvPr/>
        </p:nvSpPr>
        <p:spPr>
          <a:xfrm>
            <a:off x="363895" y="541175"/>
            <a:ext cx="5850294" cy="646331"/>
          </a:xfrm>
          <a:prstGeom prst="rect">
            <a:avLst/>
          </a:prstGeom>
          <a:noFill/>
        </p:spPr>
        <p:txBody>
          <a:bodyPr wrap="square" rtlCol="0" anchor="ctr">
            <a:spAutoFit/>
          </a:bodyPr>
          <a:lstStyle/>
          <a:p>
            <a:r>
              <a:rPr kumimoji="1" lang="ja-JP" altLang="en-US" sz="3600"/>
              <a:t>新しい課題のご質問 </a:t>
            </a:r>
            <a:r>
              <a:rPr kumimoji="1" lang="en-US" altLang="ja-JP" sz="3600" b="1"/>
              <a:t>2/2</a:t>
            </a:r>
            <a:endParaRPr kumimoji="1" lang="ja-JP" altLang="en-US" sz="3600" b="1"/>
          </a:p>
        </p:txBody>
      </p:sp>
      <p:cxnSp>
        <p:nvCxnSpPr>
          <p:cNvPr id="5" name="直線コネクタ 4">
            <a:extLst>
              <a:ext uri="{FF2B5EF4-FFF2-40B4-BE49-F238E27FC236}">
                <a16:creationId xmlns:a16="http://schemas.microsoft.com/office/drawing/2014/main" id="{149E84BA-1372-9EFF-D8B9-04FFC40DF526}"/>
              </a:ext>
            </a:extLst>
          </p:cNvPr>
          <p:cNvCxnSpPr>
            <a:cxnSpLocks/>
          </p:cNvCxnSpPr>
          <p:nvPr/>
        </p:nvCxnSpPr>
        <p:spPr>
          <a:xfrm>
            <a:off x="363895" y="1308804"/>
            <a:ext cx="11464210" cy="0"/>
          </a:xfrm>
          <a:prstGeom prst="line">
            <a:avLst/>
          </a:prstGeom>
          <a:ln w="762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フッター プレースホルダー 1">
            <a:extLst>
              <a:ext uri="{FF2B5EF4-FFF2-40B4-BE49-F238E27FC236}">
                <a16:creationId xmlns:a16="http://schemas.microsoft.com/office/drawing/2014/main" id="{D5DCBDB2-9316-07C2-D53F-CFDE80464677}"/>
              </a:ext>
            </a:extLst>
          </p:cNvPr>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4" name="スライド番号プレースホルダー 3">
            <a:extLst>
              <a:ext uri="{FF2B5EF4-FFF2-40B4-BE49-F238E27FC236}">
                <a16:creationId xmlns:a16="http://schemas.microsoft.com/office/drawing/2014/main" id="{F134E447-97B6-EE8F-AD97-4ABA0B649D2F}"/>
              </a:ext>
            </a:extLst>
          </p:cNvPr>
          <p:cNvSpPr>
            <a:spLocks noGrp="1"/>
          </p:cNvSpPr>
          <p:nvPr>
            <p:ph type="sldNum" sz="quarter" idx="12"/>
          </p:nvPr>
        </p:nvSpPr>
        <p:spPr/>
        <p:txBody>
          <a:bodyPr/>
          <a:lstStyle/>
          <a:p>
            <a:fld id="{EE823850-09EE-4CA9-A8BD-0D55C34BAC4A}" type="slidenum">
              <a:rPr kumimoji="1" lang="ja-JP" altLang="en-US" smtClean="0"/>
              <a:t>3</a:t>
            </a:fld>
            <a:endParaRPr kumimoji="1" lang="ja-JP" altLang="en-US"/>
          </a:p>
        </p:txBody>
      </p:sp>
      <p:sp>
        <p:nvSpPr>
          <p:cNvPr id="9" name="テキスト ボックス 8">
            <a:extLst>
              <a:ext uri="{FF2B5EF4-FFF2-40B4-BE49-F238E27FC236}">
                <a16:creationId xmlns:a16="http://schemas.microsoft.com/office/drawing/2014/main" id="{C08EE8A1-438D-993C-1A6A-25A1D29F095A}"/>
              </a:ext>
            </a:extLst>
          </p:cNvPr>
          <p:cNvSpPr txBox="1"/>
          <p:nvPr/>
        </p:nvSpPr>
        <p:spPr>
          <a:xfrm>
            <a:off x="10016836" y="969122"/>
            <a:ext cx="1811266" cy="307777"/>
          </a:xfrm>
          <a:prstGeom prst="rect">
            <a:avLst/>
          </a:prstGeom>
          <a:noFill/>
        </p:spPr>
        <p:txBody>
          <a:bodyPr wrap="square" rtlCol="0" anchor="b">
            <a:spAutoFit/>
          </a:bodyPr>
          <a:lstStyle/>
          <a:p>
            <a:pPr algn="r"/>
            <a:r>
              <a:rPr kumimoji="1" lang="en-US" altLang="ja-JP" sz="1400">
                <a:solidFill>
                  <a:srgbClr val="0B3041"/>
                </a:solidFill>
                <a:latin typeface="+mn-ea"/>
              </a:rPr>
              <a:t>Questions</a:t>
            </a:r>
            <a:endParaRPr kumimoji="1" lang="ja-JP" altLang="en-US" sz="1400">
              <a:solidFill>
                <a:srgbClr val="0B3041"/>
              </a:solidFill>
              <a:latin typeface="+mn-ea"/>
            </a:endParaRPr>
          </a:p>
        </p:txBody>
      </p:sp>
      <p:sp>
        <p:nvSpPr>
          <p:cNvPr id="8" name="テキスト ボックス 7">
            <a:extLst>
              <a:ext uri="{FF2B5EF4-FFF2-40B4-BE49-F238E27FC236}">
                <a16:creationId xmlns:a16="http://schemas.microsoft.com/office/drawing/2014/main" id="{6DA558FF-491E-0239-CC88-58426887014B}"/>
              </a:ext>
            </a:extLst>
          </p:cNvPr>
          <p:cNvSpPr txBox="1"/>
          <p:nvPr/>
        </p:nvSpPr>
        <p:spPr>
          <a:xfrm>
            <a:off x="550932" y="1754169"/>
            <a:ext cx="4681105" cy="523220"/>
          </a:xfrm>
          <a:prstGeom prst="rect">
            <a:avLst/>
          </a:prstGeom>
          <a:noFill/>
        </p:spPr>
        <p:txBody>
          <a:bodyPr wrap="square" lIns="91440" tIns="45720" rIns="91440" bIns="45720" rtlCol="0" anchor="t">
            <a:spAutoFit/>
          </a:bodyPr>
          <a:lstStyle/>
          <a:p>
            <a:r>
              <a:rPr kumimoji="1" lang="ja-JP" altLang="en-US" sz="2400">
                <a:solidFill>
                  <a:srgbClr val="0B76A0"/>
                </a:solidFill>
                <a:ea typeface="HGｺﾞｼｯｸE"/>
              </a:rPr>
              <a:t>質問３：実用上での</a:t>
            </a:r>
            <a:r>
              <a:rPr kumimoji="1" lang="ja-JP" altLang="en-US" sz="2800">
                <a:solidFill>
                  <a:srgbClr val="0B76A0"/>
                </a:solidFill>
                <a:ea typeface="HGｺﾞｼｯｸE"/>
              </a:rPr>
              <a:t>問題点</a:t>
            </a:r>
            <a:endParaRPr kumimoji="1" lang="en-US" altLang="ja-JP" sz="2400">
              <a:solidFill>
                <a:srgbClr val="0B76A0"/>
              </a:solidFill>
              <a:ea typeface="HGｺﾞｼｯｸE"/>
            </a:endParaRPr>
          </a:p>
        </p:txBody>
      </p:sp>
      <p:cxnSp>
        <p:nvCxnSpPr>
          <p:cNvPr id="10" name="直線コネクタ 9">
            <a:extLst>
              <a:ext uri="{FF2B5EF4-FFF2-40B4-BE49-F238E27FC236}">
                <a16:creationId xmlns:a16="http://schemas.microsoft.com/office/drawing/2014/main" id="{9E159876-1930-4AC4-9F84-3313C6D897DA}"/>
              </a:ext>
            </a:extLst>
          </p:cNvPr>
          <p:cNvCxnSpPr>
            <a:cxnSpLocks/>
          </p:cNvCxnSpPr>
          <p:nvPr/>
        </p:nvCxnSpPr>
        <p:spPr>
          <a:xfrm>
            <a:off x="483389" y="1868236"/>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69DA64CF-3D50-49B9-88E0-19F41D27F500}"/>
              </a:ext>
            </a:extLst>
          </p:cNvPr>
          <p:cNvSpPr txBox="1"/>
          <p:nvPr/>
        </p:nvSpPr>
        <p:spPr>
          <a:xfrm>
            <a:off x="631824" y="2180015"/>
            <a:ext cx="11152695" cy="1273875"/>
          </a:xfrm>
          <a:prstGeom prst="rect">
            <a:avLst/>
          </a:prstGeom>
          <a:noFill/>
        </p:spPr>
        <p:txBody>
          <a:bodyPr wrap="square" rtlCol="0" anchor="t">
            <a:spAutoFit/>
          </a:bodyPr>
          <a:lstStyle/>
          <a:p>
            <a:pPr>
              <a:lnSpc>
                <a:spcPct val="150000"/>
              </a:lnSpc>
            </a:pPr>
            <a:r>
              <a:rPr lang="ja-JP" altLang="en-US">
                <a:latin typeface="hgｺﾞｼｯｸe"/>
                <a:ea typeface="hgｺﾞｼｯｸe"/>
              </a:rPr>
              <a:t>実用上での問題点についてのお伺い。</a:t>
            </a:r>
            <a:endParaRPr lang="en-US" altLang="ja-JP">
              <a:latin typeface="hgｺﾞｼｯｸe"/>
              <a:ea typeface="hgｺﾞｼｯｸe"/>
            </a:endParaRPr>
          </a:p>
          <a:p>
            <a:pPr>
              <a:lnSpc>
                <a:spcPct val="150000"/>
              </a:lnSpc>
            </a:pPr>
            <a:r>
              <a:rPr lang="ja-JP" altLang="en-US">
                <a:latin typeface="hgｺﾞｼｯｸe"/>
                <a:ea typeface="hgｺﾞｼｯｸe"/>
              </a:rPr>
              <a:t>統計作業を自動化したいなど、技術的な問題点や不満点があれば、それを知りたいです。</a:t>
            </a:r>
            <a:endParaRPr lang="en-US" altLang="ja-JP">
              <a:latin typeface="hgｺﾞｼｯｸe"/>
              <a:ea typeface="hgｺﾞｼｯｸe"/>
            </a:endParaRPr>
          </a:p>
          <a:p>
            <a:pPr>
              <a:lnSpc>
                <a:spcPct val="150000"/>
              </a:lnSpc>
            </a:pPr>
            <a:r>
              <a:rPr lang="ja-JP" altLang="en-US">
                <a:latin typeface="hgｺﾞｼｯｸe"/>
                <a:ea typeface="hgｺﾞｼｯｸe"/>
              </a:rPr>
              <a:t>実際に取り組む課題の選定に活用させていただきます。</a:t>
            </a:r>
            <a:endParaRPr lang="en-US" altLang="ja-JP">
              <a:latin typeface="hgｺﾞｼｯｸe"/>
              <a:ea typeface="hgｺﾞｼｯｸe"/>
            </a:endParaRPr>
          </a:p>
        </p:txBody>
      </p:sp>
      <p:sp>
        <p:nvSpPr>
          <p:cNvPr id="12" name="テキスト ボックス 11">
            <a:extLst>
              <a:ext uri="{FF2B5EF4-FFF2-40B4-BE49-F238E27FC236}">
                <a16:creationId xmlns:a16="http://schemas.microsoft.com/office/drawing/2014/main" id="{AA20C4CC-921A-898E-7886-DE2FE49A4423}"/>
              </a:ext>
            </a:extLst>
          </p:cNvPr>
          <p:cNvSpPr txBox="1"/>
          <p:nvPr/>
        </p:nvSpPr>
        <p:spPr>
          <a:xfrm>
            <a:off x="550932" y="3828356"/>
            <a:ext cx="4681105" cy="523220"/>
          </a:xfrm>
          <a:prstGeom prst="rect">
            <a:avLst/>
          </a:prstGeom>
          <a:noFill/>
        </p:spPr>
        <p:txBody>
          <a:bodyPr wrap="square" lIns="91440" tIns="45720" rIns="91440" bIns="45720" rtlCol="0" anchor="t">
            <a:spAutoFit/>
          </a:bodyPr>
          <a:lstStyle/>
          <a:p>
            <a:r>
              <a:rPr kumimoji="1" lang="ja-JP" altLang="en-US" sz="2400">
                <a:solidFill>
                  <a:srgbClr val="0B76A0"/>
                </a:solidFill>
                <a:ea typeface="HGｺﾞｼｯｸE"/>
              </a:rPr>
              <a:t>質問４：データの</a:t>
            </a:r>
            <a:r>
              <a:rPr kumimoji="1" lang="ja-JP" altLang="en-US" sz="2800">
                <a:solidFill>
                  <a:srgbClr val="0B76A0"/>
                </a:solidFill>
                <a:ea typeface="HGｺﾞｼｯｸE"/>
              </a:rPr>
              <a:t>利用範囲</a:t>
            </a:r>
            <a:endParaRPr kumimoji="1" lang="en-US" altLang="ja-JP" sz="2400">
              <a:solidFill>
                <a:srgbClr val="0B76A0"/>
              </a:solidFill>
              <a:ea typeface="HGｺﾞｼｯｸE"/>
            </a:endParaRPr>
          </a:p>
        </p:txBody>
      </p:sp>
      <p:cxnSp>
        <p:nvCxnSpPr>
          <p:cNvPr id="13" name="直線コネクタ 12">
            <a:extLst>
              <a:ext uri="{FF2B5EF4-FFF2-40B4-BE49-F238E27FC236}">
                <a16:creationId xmlns:a16="http://schemas.microsoft.com/office/drawing/2014/main" id="{111C1B85-FE7A-FF7C-372A-A1C2E66A3D08}"/>
              </a:ext>
            </a:extLst>
          </p:cNvPr>
          <p:cNvCxnSpPr>
            <a:cxnSpLocks/>
          </p:cNvCxnSpPr>
          <p:nvPr/>
        </p:nvCxnSpPr>
        <p:spPr>
          <a:xfrm>
            <a:off x="483389" y="3945476"/>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C18C7D22-EFB4-4D04-72B7-CC35E22C51B2}"/>
              </a:ext>
            </a:extLst>
          </p:cNvPr>
          <p:cNvSpPr txBox="1"/>
          <p:nvPr/>
        </p:nvSpPr>
        <p:spPr>
          <a:xfrm>
            <a:off x="631824" y="4257255"/>
            <a:ext cx="11152695" cy="2104872"/>
          </a:xfrm>
          <a:prstGeom prst="rect">
            <a:avLst/>
          </a:prstGeom>
          <a:noFill/>
        </p:spPr>
        <p:txBody>
          <a:bodyPr wrap="square" lIns="91440" tIns="45720" rIns="91440" bIns="45720" rtlCol="0" anchor="t">
            <a:spAutoFit/>
          </a:bodyPr>
          <a:lstStyle/>
          <a:p>
            <a:pPr>
              <a:lnSpc>
                <a:spcPct val="150000"/>
              </a:lnSpc>
            </a:pPr>
            <a:r>
              <a:rPr lang="ja-JP" altLang="en-US">
                <a:latin typeface="hgｺﾞｼｯｸe"/>
                <a:ea typeface="hgｺﾞｼｯｸe"/>
              </a:rPr>
              <a:t>今回のシステム開発において，PIO-NET内のデータ（一般に公開されていない部分を含めて）を使用させていただけないでしょうか．詳しくは後程補足させて頂きます。</a:t>
            </a:r>
          </a:p>
          <a:p>
            <a:pPr>
              <a:lnSpc>
                <a:spcPct val="150000"/>
              </a:lnSpc>
            </a:pPr>
            <a:r>
              <a:rPr lang="ja-JP" altLang="en-US">
                <a:latin typeface="hgｺﾞｼｯｸe"/>
                <a:ea typeface="hgｺﾞｼｯｸe"/>
              </a:rPr>
              <a:t>その上で，使用させていただける場合はどの程度の情報を、どの程度の期間で、どの程度の利用範囲で利用できるのかを知りたいです。</a:t>
            </a:r>
            <a:endParaRPr lang="en-US" altLang="ja-JP">
              <a:latin typeface="hgｺﾞｼｯｸe"/>
              <a:ea typeface="hgｺﾞｼｯｸe"/>
            </a:endParaRPr>
          </a:p>
          <a:p>
            <a:pPr>
              <a:lnSpc>
                <a:spcPct val="150000"/>
              </a:lnSpc>
            </a:pPr>
            <a:r>
              <a:rPr lang="ja-JP" altLang="en-US">
                <a:latin typeface="hgｺﾞｼｯｸe"/>
                <a:ea typeface="hgｺﾞｼｯｸe"/>
              </a:rPr>
              <a:t>実際に取り組む課題を具体化する際に活用させていただきます。</a:t>
            </a:r>
            <a:endParaRPr lang="en-US" altLang="ja-JP">
              <a:latin typeface="hgｺﾞｼｯｸe"/>
              <a:ea typeface="hgｺﾞｼｯｸe"/>
            </a:endParaRPr>
          </a:p>
        </p:txBody>
      </p:sp>
    </p:spTree>
    <p:extLst>
      <p:ext uri="{BB962C8B-B14F-4D97-AF65-F5344CB8AC3E}">
        <p14:creationId xmlns:p14="http://schemas.microsoft.com/office/powerpoint/2010/main" val="326316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496BF-C734-A681-A4E9-9A1B5A73EA36}"/>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2EE1D7B-E56C-4F73-27E9-FE838262CC0C}"/>
              </a:ext>
            </a:extLst>
          </p:cNvPr>
          <p:cNvSpPr txBox="1"/>
          <p:nvPr/>
        </p:nvSpPr>
        <p:spPr>
          <a:xfrm>
            <a:off x="363895" y="541175"/>
            <a:ext cx="5850294" cy="646331"/>
          </a:xfrm>
          <a:prstGeom prst="rect">
            <a:avLst/>
          </a:prstGeom>
          <a:noFill/>
        </p:spPr>
        <p:txBody>
          <a:bodyPr wrap="square" lIns="91440" tIns="45720" rIns="91440" bIns="45720" rtlCol="0" anchor="ctr">
            <a:spAutoFit/>
          </a:bodyPr>
          <a:lstStyle/>
          <a:p>
            <a:r>
              <a:rPr kumimoji="1" lang="ja-JP" altLang="en-US" sz="3600">
                <a:ea typeface="HGｺﾞｼｯｸE"/>
              </a:rPr>
              <a:t>質問の補足 １</a:t>
            </a:r>
          </a:p>
        </p:txBody>
      </p:sp>
      <p:cxnSp>
        <p:nvCxnSpPr>
          <p:cNvPr id="5" name="直線コネクタ 4">
            <a:extLst>
              <a:ext uri="{FF2B5EF4-FFF2-40B4-BE49-F238E27FC236}">
                <a16:creationId xmlns:a16="http://schemas.microsoft.com/office/drawing/2014/main" id="{6EF20BD7-060D-3ED8-3963-1109F3EEED58}"/>
              </a:ext>
            </a:extLst>
          </p:cNvPr>
          <p:cNvCxnSpPr>
            <a:cxnSpLocks/>
          </p:cNvCxnSpPr>
          <p:nvPr/>
        </p:nvCxnSpPr>
        <p:spPr>
          <a:xfrm>
            <a:off x="363895" y="1308804"/>
            <a:ext cx="11464210" cy="0"/>
          </a:xfrm>
          <a:prstGeom prst="line">
            <a:avLst/>
          </a:prstGeom>
          <a:ln w="762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フッター プレースホルダー 1">
            <a:extLst>
              <a:ext uri="{FF2B5EF4-FFF2-40B4-BE49-F238E27FC236}">
                <a16:creationId xmlns:a16="http://schemas.microsoft.com/office/drawing/2014/main" id="{8243695C-4E41-0392-B5CA-4AB9D52AB05A}"/>
              </a:ext>
            </a:extLst>
          </p:cNvPr>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4" name="スライド番号プレースホルダー 3">
            <a:extLst>
              <a:ext uri="{FF2B5EF4-FFF2-40B4-BE49-F238E27FC236}">
                <a16:creationId xmlns:a16="http://schemas.microsoft.com/office/drawing/2014/main" id="{58C1F6F1-1D67-9B43-C699-F23B2120FB3E}"/>
              </a:ext>
            </a:extLst>
          </p:cNvPr>
          <p:cNvSpPr>
            <a:spLocks noGrp="1"/>
          </p:cNvSpPr>
          <p:nvPr>
            <p:ph type="sldNum" sz="quarter" idx="12"/>
          </p:nvPr>
        </p:nvSpPr>
        <p:spPr/>
        <p:txBody>
          <a:bodyPr/>
          <a:lstStyle/>
          <a:p>
            <a:fld id="{EE823850-09EE-4CA9-A8BD-0D55C34BAC4A}" type="slidenum">
              <a:rPr kumimoji="1" lang="ja-JP" altLang="en-US" smtClean="0"/>
              <a:t>4</a:t>
            </a:fld>
            <a:endParaRPr kumimoji="1" lang="ja-JP" altLang="en-US"/>
          </a:p>
        </p:txBody>
      </p:sp>
      <p:sp>
        <p:nvSpPr>
          <p:cNvPr id="9" name="テキスト ボックス 8">
            <a:extLst>
              <a:ext uri="{FF2B5EF4-FFF2-40B4-BE49-F238E27FC236}">
                <a16:creationId xmlns:a16="http://schemas.microsoft.com/office/drawing/2014/main" id="{D6CDCADB-A7A7-2E92-4658-9089ECBEB5B7}"/>
              </a:ext>
            </a:extLst>
          </p:cNvPr>
          <p:cNvSpPr txBox="1"/>
          <p:nvPr/>
        </p:nvSpPr>
        <p:spPr>
          <a:xfrm>
            <a:off x="10016836" y="969122"/>
            <a:ext cx="1811266" cy="307777"/>
          </a:xfrm>
          <a:prstGeom prst="rect">
            <a:avLst/>
          </a:prstGeom>
          <a:noFill/>
        </p:spPr>
        <p:txBody>
          <a:bodyPr wrap="square" rtlCol="0" anchor="b">
            <a:spAutoFit/>
          </a:bodyPr>
          <a:lstStyle/>
          <a:p>
            <a:pPr algn="r"/>
            <a:r>
              <a:rPr kumimoji="1" lang="en-US" altLang="ja-JP" sz="1400">
                <a:solidFill>
                  <a:srgbClr val="0B3041"/>
                </a:solidFill>
                <a:latin typeface="+mn-ea"/>
              </a:rPr>
              <a:t>Questions</a:t>
            </a:r>
            <a:endParaRPr kumimoji="1" lang="ja-JP" altLang="en-US" sz="1400">
              <a:solidFill>
                <a:srgbClr val="0B3041"/>
              </a:solidFill>
              <a:latin typeface="+mn-ea"/>
            </a:endParaRPr>
          </a:p>
        </p:txBody>
      </p:sp>
      <p:sp>
        <p:nvSpPr>
          <p:cNvPr id="8" name="テキスト ボックス 7">
            <a:extLst>
              <a:ext uri="{FF2B5EF4-FFF2-40B4-BE49-F238E27FC236}">
                <a16:creationId xmlns:a16="http://schemas.microsoft.com/office/drawing/2014/main" id="{47DA53AD-D6C2-C688-C359-31A7AE043F2A}"/>
              </a:ext>
            </a:extLst>
          </p:cNvPr>
          <p:cNvSpPr txBox="1"/>
          <p:nvPr/>
        </p:nvSpPr>
        <p:spPr>
          <a:xfrm>
            <a:off x="587654" y="1790893"/>
            <a:ext cx="5516551" cy="461665"/>
          </a:xfrm>
          <a:prstGeom prst="rect">
            <a:avLst/>
          </a:prstGeom>
          <a:noFill/>
        </p:spPr>
        <p:txBody>
          <a:bodyPr wrap="square" lIns="91440" tIns="45720" rIns="91440" bIns="45720" rtlCol="0" anchor="t">
            <a:spAutoFit/>
          </a:bodyPr>
          <a:lstStyle/>
          <a:p>
            <a:r>
              <a:rPr kumimoji="1" lang="ja-JP" altLang="en-US" sz="2400">
                <a:solidFill>
                  <a:srgbClr val="0B76A0"/>
                </a:solidFill>
                <a:latin typeface="Franklin Gothic Book"/>
                <a:ea typeface="HGｺﾞｼｯｸE"/>
              </a:rPr>
              <a:t>質問１の補足：資料内の問題点の現状</a:t>
            </a:r>
            <a:endParaRPr lang="ja-JP" altLang="en-US" sz="2800">
              <a:solidFill>
                <a:srgbClr val="0B76A0"/>
              </a:solidFill>
              <a:ea typeface="HGｺﾞｼｯｸE"/>
            </a:endParaRPr>
          </a:p>
        </p:txBody>
      </p:sp>
      <p:cxnSp>
        <p:nvCxnSpPr>
          <p:cNvPr id="10" name="直線コネクタ 9">
            <a:extLst>
              <a:ext uri="{FF2B5EF4-FFF2-40B4-BE49-F238E27FC236}">
                <a16:creationId xmlns:a16="http://schemas.microsoft.com/office/drawing/2014/main" id="{35318694-FD31-5151-84EB-A25FE67D99C8}"/>
              </a:ext>
            </a:extLst>
          </p:cNvPr>
          <p:cNvCxnSpPr>
            <a:cxnSpLocks/>
          </p:cNvCxnSpPr>
          <p:nvPr/>
        </p:nvCxnSpPr>
        <p:spPr>
          <a:xfrm>
            <a:off x="483389" y="1868236"/>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C4CC1EFE-BE94-1FE6-75C7-3A8AEB4FB6B0}"/>
              </a:ext>
            </a:extLst>
          </p:cNvPr>
          <p:cNvSpPr txBox="1"/>
          <p:nvPr/>
        </p:nvSpPr>
        <p:spPr>
          <a:xfrm>
            <a:off x="585921" y="2170835"/>
            <a:ext cx="11226140" cy="5013360"/>
          </a:xfrm>
          <a:prstGeom prst="rect">
            <a:avLst/>
          </a:prstGeom>
          <a:noFill/>
        </p:spPr>
        <p:txBody>
          <a:bodyPr wrap="square" lIns="91440" tIns="45720" rIns="91440" bIns="45720" rtlCol="0" anchor="t">
            <a:spAutoFit/>
          </a:bodyPr>
          <a:lstStyle/>
          <a:p>
            <a:pPr>
              <a:lnSpc>
                <a:spcPct val="150000"/>
              </a:lnSpc>
            </a:pPr>
            <a:r>
              <a:rPr lang="ja-JP" altLang="en-US">
                <a:latin typeface="hgｺﾞｼｯｸe"/>
                <a:ea typeface="hgｺﾞｼｯｸe"/>
              </a:rPr>
              <a:t>Zipファイルに同封いたしました資料の以下の項目について，</a:t>
            </a:r>
            <a:endParaRPr lang="en-US"/>
          </a:p>
          <a:p>
            <a:pPr>
              <a:lnSpc>
                <a:spcPct val="150000"/>
              </a:lnSpc>
            </a:pPr>
            <a:endParaRPr lang="ja-JP" altLang="en-US" dirty="0">
              <a:latin typeface="hgｺﾞｼｯｸe"/>
              <a:ea typeface="hgｺﾞｼｯｸe"/>
            </a:endParaRPr>
          </a:p>
          <a:p>
            <a:pPr>
              <a:lnSpc>
                <a:spcPct val="150000"/>
              </a:lnSpc>
            </a:pPr>
            <a:r>
              <a:rPr lang="ja-JP" altLang="en-US">
                <a:latin typeface="hgｺﾞｼｯｸe"/>
                <a:ea typeface="hgｺﾞｼｯｸe"/>
              </a:rPr>
              <a:t>「１．完全に解決されている．」</a:t>
            </a:r>
            <a:endParaRPr lang="ja-JP">
              <a:latin typeface="Franklin Gothic Book" panose="020B0503020102020204"/>
              <a:ea typeface="HGｺﾞｼｯｸE"/>
            </a:endParaRPr>
          </a:p>
          <a:p>
            <a:pPr>
              <a:lnSpc>
                <a:spcPct val="150000"/>
              </a:lnSpc>
            </a:pPr>
            <a:r>
              <a:rPr lang="ja-JP" altLang="en-US">
                <a:latin typeface="hgｺﾞｼｯｸe"/>
                <a:ea typeface="hgｺﾞｼｯｸe"/>
              </a:rPr>
              <a:t>「２．一部を残して解決されている」</a:t>
            </a:r>
            <a:endParaRPr lang="ja-JP">
              <a:latin typeface="Franklin Gothic Book" panose="020B0503020102020204"/>
              <a:ea typeface="HGｺﾞｼｯｸE"/>
            </a:endParaRPr>
          </a:p>
          <a:p>
            <a:pPr>
              <a:lnSpc>
                <a:spcPct val="150000"/>
              </a:lnSpc>
            </a:pPr>
            <a:r>
              <a:rPr lang="ja-JP" altLang="en-US">
                <a:latin typeface="hgｺﾞｼｯｸe"/>
                <a:ea typeface="hgｺﾞｼｯｸe"/>
              </a:rPr>
              <a:t>「３．解決されていないが，今後問題に着手される予定がある．」</a:t>
            </a:r>
            <a:endParaRPr lang="ja-JP">
              <a:latin typeface="Franklin Gothic Book" panose="020B0503020102020204"/>
              <a:ea typeface="HGｺﾞｼｯｸE"/>
            </a:endParaRPr>
          </a:p>
          <a:p>
            <a:pPr>
              <a:lnSpc>
                <a:spcPct val="150000"/>
              </a:lnSpc>
            </a:pPr>
            <a:r>
              <a:rPr lang="ja-JP" altLang="en-US">
                <a:latin typeface="hgｺﾞｼｯｸe"/>
                <a:ea typeface="hgｺﾞｼｯｸe"/>
              </a:rPr>
              <a:t>「４．解決されておらず，今後着手される見込みもない」</a:t>
            </a:r>
            <a:endParaRPr lang="ja-JP">
              <a:latin typeface="Franklin Gothic Book" panose="020B0503020102020204"/>
              <a:ea typeface="HGｺﾞｼｯｸE"/>
            </a:endParaRPr>
          </a:p>
          <a:p>
            <a:pPr>
              <a:lnSpc>
                <a:spcPct val="150000"/>
              </a:lnSpc>
            </a:pPr>
            <a:endParaRPr lang="ja-JP" altLang="en-US" dirty="0">
              <a:latin typeface="hgｺﾞｼｯｸe"/>
              <a:ea typeface="hgｺﾞｼｯｸe"/>
            </a:endParaRPr>
          </a:p>
          <a:p>
            <a:pPr>
              <a:lnSpc>
                <a:spcPct val="150000"/>
              </a:lnSpc>
            </a:pPr>
            <a:r>
              <a:rPr lang="ja-JP" altLang="en-US">
                <a:latin typeface="hgｺﾞｼｯｸe"/>
                <a:ea typeface="hgｺﾞｼｯｸe"/>
              </a:rPr>
              <a:t>の４つで回答をお願いいたします．また，２を選択いただいた場合は，具体的にどういった段階まで解決がなされているかについてもお答えいただけると幸いです．</a:t>
            </a:r>
            <a:endParaRPr lang="ja-JP">
              <a:ea typeface="HGｺﾞｼｯｸE"/>
            </a:endParaRPr>
          </a:p>
          <a:p>
            <a:pPr>
              <a:lnSpc>
                <a:spcPct val="150000"/>
              </a:lnSpc>
            </a:pPr>
            <a:endParaRPr lang="ja-JP" altLang="en-US" dirty="0">
              <a:latin typeface="hgｺﾞｼｯｸe"/>
              <a:ea typeface="hgｺﾞｼｯｸe"/>
            </a:endParaRPr>
          </a:p>
          <a:p>
            <a:pPr>
              <a:lnSpc>
                <a:spcPct val="150000"/>
              </a:lnSpc>
            </a:pPr>
            <a:endParaRPr lang="ja-JP" altLang="en-US" dirty="0">
              <a:latin typeface="hgｺﾞｼｯｸe"/>
              <a:ea typeface="hgｺﾞｼｯｸe"/>
            </a:endParaRPr>
          </a:p>
          <a:p>
            <a:pPr>
              <a:lnSpc>
                <a:spcPct val="150000"/>
              </a:lnSpc>
            </a:pPr>
            <a:endParaRPr lang="ja-JP" altLang="en-US" dirty="0">
              <a:latin typeface="hgｺﾞｼｯｸe"/>
              <a:ea typeface="hgｺﾞｼｯｸe"/>
            </a:endParaRPr>
          </a:p>
        </p:txBody>
      </p:sp>
    </p:spTree>
    <p:extLst>
      <p:ext uri="{BB962C8B-B14F-4D97-AF65-F5344CB8AC3E}">
        <p14:creationId xmlns:p14="http://schemas.microsoft.com/office/powerpoint/2010/main" val="2038977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C982-08DE-EAFE-47E4-C38BA58ED5B8}"/>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E1AB22F-2B30-A60C-0762-068B55F0E8B1}"/>
              </a:ext>
            </a:extLst>
          </p:cNvPr>
          <p:cNvSpPr txBox="1"/>
          <p:nvPr/>
        </p:nvSpPr>
        <p:spPr>
          <a:xfrm>
            <a:off x="363895" y="541175"/>
            <a:ext cx="5850294" cy="646331"/>
          </a:xfrm>
          <a:prstGeom prst="rect">
            <a:avLst/>
          </a:prstGeom>
          <a:noFill/>
        </p:spPr>
        <p:txBody>
          <a:bodyPr wrap="square" lIns="91440" tIns="45720" rIns="91440" bIns="45720" rtlCol="0" anchor="ctr">
            <a:spAutoFit/>
          </a:bodyPr>
          <a:lstStyle/>
          <a:p>
            <a:r>
              <a:rPr kumimoji="1" lang="ja-JP" sz="3600">
                <a:ea typeface="HGｺﾞｼｯｸE"/>
              </a:rPr>
              <a:t>質問の補足 </a:t>
            </a:r>
            <a:r>
              <a:rPr kumimoji="1" lang="ja-JP" altLang="en-US" sz="3600">
                <a:ea typeface="HGｺﾞｼｯｸE"/>
              </a:rPr>
              <a:t>１</a:t>
            </a:r>
            <a:endParaRPr lang="en-US"/>
          </a:p>
        </p:txBody>
      </p:sp>
      <p:cxnSp>
        <p:nvCxnSpPr>
          <p:cNvPr id="5" name="直線コネクタ 4">
            <a:extLst>
              <a:ext uri="{FF2B5EF4-FFF2-40B4-BE49-F238E27FC236}">
                <a16:creationId xmlns:a16="http://schemas.microsoft.com/office/drawing/2014/main" id="{A90FEAAA-6963-4E7C-C9F7-8CDBE1050B17}"/>
              </a:ext>
            </a:extLst>
          </p:cNvPr>
          <p:cNvCxnSpPr>
            <a:cxnSpLocks/>
          </p:cNvCxnSpPr>
          <p:nvPr/>
        </p:nvCxnSpPr>
        <p:spPr>
          <a:xfrm>
            <a:off x="363895" y="1308804"/>
            <a:ext cx="11464210" cy="0"/>
          </a:xfrm>
          <a:prstGeom prst="line">
            <a:avLst/>
          </a:prstGeom>
          <a:ln w="762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フッター プレースホルダー 1">
            <a:extLst>
              <a:ext uri="{FF2B5EF4-FFF2-40B4-BE49-F238E27FC236}">
                <a16:creationId xmlns:a16="http://schemas.microsoft.com/office/drawing/2014/main" id="{6873F372-EC3C-78FA-5967-3F12081F8D8E}"/>
              </a:ext>
            </a:extLst>
          </p:cNvPr>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4" name="スライド番号プレースホルダー 3">
            <a:extLst>
              <a:ext uri="{FF2B5EF4-FFF2-40B4-BE49-F238E27FC236}">
                <a16:creationId xmlns:a16="http://schemas.microsoft.com/office/drawing/2014/main" id="{08F53D49-FAB3-3AD3-56AB-15992163DEE0}"/>
              </a:ext>
            </a:extLst>
          </p:cNvPr>
          <p:cNvSpPr>
            <a:spLocks noGrp="1"/>
          </p:cNvSpPr>
          <p:nvPr>
            <p:ph type="sldNum" sz="quarter" idx="12"/>
          </p:nvPr>
        </p:nvSpPr>
        <p:spPr/>
        <p:txBody>
          <a:bodyPr/>
          <a:lstStyle/>
          <a:p>
            <a:fld id="{EE823850-09EE-4CA9-A8BD-0D55C34BAC4A}" type="slidenum">
              <a:rPr kumimoji="1" lang="ja-JP" altLang="en-US" smtClean="0"/>
              <a:t>5</a:t>
            </a:fld>
            <a:endParaRPr kumimoji="1" lang="ja-JP" altLang="en-US"/>
          </a:p>
        </p:txBody>
      </p:sp>
      <p:sp>
        <p:nvSpPr>
          <p:cNvPr id="9" name="テキスト ボックス 8">
            <a:extLst>
              <a:ext uri="{FF2B5EF4-FFF2-40B4-BE49-F238E27FC236}">
                <a16:creationId xmlns:a16="http://schemas.microsoft.com/office/drawing/2014/main" id="{319DF9AF-B68E-CC74-7DD0-12BE3FF2D788}"/>
              </a:ext>
            </a:extLst>
          </p:cNvPr>
          <p:cNvSpPr txBox="1"/>
          <p:nvPr/>
        </p:nvSpPr>
        <p:spPr>
          <a:xfrm>
            <a:off x="10016836" y="969122"/>
            <a:ext cx="1811266" cy="307777"/>
          </a:xfrm>
          <a:prstGeom prst="rect">
            <a:avLst/>
          </a:prstGeom>
          <a:noFill/>
        </p:spPr>
        <p:txBody>
          <a:bodyPr wrap="square" rtlCol="0" anchor="b">
            <a:spAutoFit/>
          </a:bodyPr>
          <a:lstStyle/>
          <a:p>
            <a:pPr algn="r"/>
            <a:r>
              <a:rPr kumimoji="1" lang="en-US" altLang="ja-JP" sz="1400">
                <a:solidFill>
                  <a:srgbClr val="0B3041"/>
                </a:solidFill>
                <a:latin typeface="+mn-ea"/>
              </a:rPr>
              <a:t>Questions</a:t>
            </a:r>
            <a:endParaRPr kumimoji="1" lang="ja-JP" altLang="en-US" sz="1400">
              <a:solidFill>
                <a:srgbClr val="0B3041"/>
              </a:solidFill>
              <a:latin typeface="+mn-ea"/>
            </a:endParaRPr>
          </a:p>
        </p:txBody>
      </p:sp>
      <p:sp>
        <p:nvSpPr>
          <p:cNvPr id="8" name="テキスト ボックス 7">
            <a:extLst>
              <a:ext uri="{FF2B5EF4-FFF2-40B4-BE49-F238E27FC236}">
                <a16:creationId xmlns:a16="http://schemas.microsoft.com/office/drawing/2014/main" id="{35E6A0A3-DE9D-A8E6-CBC2-5D91069FC0B6}"/>
              </a:ext>
            </a:extLst>
          </p:cNvPr>
          <p:cNvSpPr txBox="1"/>
          <p:nvPr/>
        </p:nvSpPr>
        <p:spPr>
          <a:xfrm>
            <a:off x="569293" y="1790893"/>
            <a:ext cx="6728406" cy="461665"/>
          </a:xfrm>
          <a:prstGeom prst="rect">
            <a:avLst/>
          </a:prstGeom>
          <a:noFill/>
        </p:spPr>
        <p:txBody>
          <a:bodyPr wrap="square" lIns="91440" tIns="45720" rIns="91440" bIns="45720" rtlCol="0" anchor="t">
            <a:spAutoFit/>
          </a:bodyPr>
          <a:lstStyle/>
          <a:p>
            <a:r>
              <a:rPr kumimoji="1" lang="ja-JP" altLang="en-US" sz="2400">
                <a:solidFill>
                  <a:srgbClr val="0B76A0"/>
                </a:solidFill>
                <a:ea typeface="HGｺﾞｼｯｸE"/>
              </a:rPr>
              <a:t>問題１：AIを用いた相談内容のキーワード付与</a:t>
            </a:r>
            <a:endParaRPr lang="ja-JP" altLang="en-US" sz="2800">
              <a:solidFill>
                <a:srgbClr val="0B76A0"/>
              </a:solidFill>
              <a:ea typeface="HGｺﾞｼｯｸE"/>
            </a:endParaRPr>
          </a:p>
        </p:txBody>
      </p:sp>
      <p:cxnSp>
        <p:nvCxnSpPr>
          <p:cNvPr id="10" name="直線コネクタ 9">
            <a:extLst>
              <a:ext uri="{FF2B5EF4-FFF2-40B4-BE49-F238E27FC236}">
                <a16:creationId xmlns:a16="http://schemas.microsoft.com/office/drawing/2014/main" id="{978DF622-F450-3582-3151-9A3C467C9B22}"/>
              </a:ext>
            </a:extLst>
          </p:cNvPr>
          <p:cNvCxnSpPr>
            <a:cxnSpLocks/>
          </p:cNvCxnSpPr>
          <p:nvPr/>
        </p:nvCxnSpPr>
        <p:spPr>
          <a:xfrm>
            <a:off x="483389" y="1868236"/>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1B614BEA-4744-C85D-F803-CD8321C15C71}"/>
              </a:ext>
            </a:extLst>
          </p:cNvPr>
          <p:cNvSpPr txBox="1"/>
          <p:nvPr/>
        </p:nvSpPr>
        <p:spPr>
          <a:xfrm>
            <a:off x="631824" y="2180015"/>
            <a:ext cx="11152695" cy="1285480"/>
          </a:xfrm>
          <a:prstGeom prst="rect">
            <a:avLst/>
          </a:prstGeom>
          <a:noFill/>
        </p:spPr>
        <p:txBody>
          <a:bodyPr wrap="square" lIns="91440" tIns="45720" rIns="91440" bIns="45720" rtlCol="0" anchor="t">
            <a:spAutoFit/>
          </a:bodyPr>
          <a:lstStyle/>
          <a:p>
            <a:pPr>
              <a:lnSpc>
                <a:spcPct val="150000"/>
              </a:lnSpc>
            </a:pPr>
            <a:r>
              <a:rPr lang="ja-JP" altLang="en-US">
                <a:latin typeface="HGｺﾞｼｯｸE"/>
                <a:ea typeface="HGｺﾞｼｯｸE"/>
              </a:rPr>
              <a:t>資料内２章１節（１）ア</a:t>
            </a:r>
            <a:r>
              <a:rPr lang="ja-JP">
                <a:latin typeface="HGｺﾞｼｯｸE"/>
                <a:ea typeface="HGｺﾞｼｯｸE"/>
              </a:rPr>
              <a:t>「AI技術、データ分析技術を利用したキーワード付与の効率化」</a:t>
            </a:r>
            <a:endParaRPr lang="en-US"/>
          </a:p>
          <a:p>
            <a:pPr>
              <a:lnSpc>
                <a:spcPct val="150000"/>
              </a:lnSpc>
            </a:pPr>
            <a:r>
              <a:rPr lang="ja-JP">
                <a:latin typeface="HGｺﾞｼｯｸE"/>
                <a:ea typeface="HGｺﾞｼｯｸE"/>
              </a:rPr>
              <a:t>相談員の使用する入力端末に入力された情報からAIが適切な相談内容のキーワードを表示させ，キーワード付与の業務負担を軽減する．（資料本文を要約）</a:t>
            </a:r>
            <a:endParaRPr lang="en-US"/>
          </a:p>
        </p:txBody>
      </p:sp>
      <p:sp>
        <p:nvSpPr>
          <p:cNvPr id="12" name="テキスト ボックス 11">
            <a:extLst>
              <a:ext uri="{FF2B5EF4-FFF2-40B4-BE49-F238E27FC236}">
                <a16:creationId xmlns:a16="http://schemas.microsoft.com/office/drawing/2014/main" id="{A6B74B57-CEA5-CD74-21EC-9B23BB2FB941}"/>
              </a:ext>
            </a:extLst>
          </p:cNvPr>
          <p:cNvSpPr txBox="1"/>
          <p:nvPr/>
        </p:nvSpPr>
        <p:spPr>
          <a:xfrm>
            <a:off x="569293" y="3865079"/>
            <a:ext cx="8371756" cy="461665"/>
          </a:xfrm>
          <a:prstGeom prst="rect">
            <a:avLst/>
          </a:prstGeom>
          <a:noFill/>
        </p:spPr>
        <p:txBody>
          <a:bodyPr wrap="square" lIns="91440" tIns="45720" rIns="91440" bIns="45720" rtlCol="0" anchor="t">
            <a:spAutoFit/>
          </a:bodyPr>
          <a:lstStyle/>
          <a:p>
            <a:r>
              <a:rPr kumimoji="1" lang="ja-JP" altLang="en-US" sz="2400">
                <a:solidFill>
                  <a:srgbClr val="0B76A0"/>
                </a:solidFill>
                <a:ea typeface="HGｺﾞｼｯｸE"/>
              </a:rPr>
              <a:t>問題２：AIを利用したチャットボットでの消費者相談</a:t>
            </a:r>
            <a:endParaRPr lang="ja-JP" altLang="en-US" sz="2800">
              <a:solidFill>
                <a:srgbClr val="0B76A0"/>
              </a:solidFill>
              <a:ea typeface="HGｺﾞｼｯｸE"/>
            </a:endParaRPr>
          </a:p>
        </p:txBody>
      </p:sp>
      <p:cxnSp>
        <p:nvCxnSpPr>
          <p:cNvPr id="13" name="直線コネクタ 12">
            <a:extLst>
              <a:ext uri="{FF2B5EF4-FFF2-40B4-BE49-F238E27FC236}">
                <a16:creationId xmlns:a16="http://schemas.microsoft.com/office/drawing/2014/main" id="{7EF936E3-8132-28C0-A927-BBA1202733AE}"/>
              </a:ext>
            </a:extLst>
          </p:cNvPr>
          <p:cNvCxnSpPr>
            <a:cxnSpLocks/>
          </p:cNvCxnSpPr>
          <p:nvPr/>
        </p:nvCxnSpPr>
        <p:spPr>
          <a:xfrm>
            <a:off x="483389" y="3945476"/>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EB74C8D6-12D3-8CFA-AD89-040895A769AC}"/>
              </a:ext>
            </a:extLst>
          </p:cNvPr>
          <p:cNvSpPr txBox="1"/>
          <p:nvPr/>
        </p:nvSpPr>
        <p:spPr>
          <a:xfrm>
            <a:off x="631824" y="4257255"/>
            <a:ext cx="11152695" cy="1689373"/>
          </a:xfrm>
          <a:prstGeom prst="rect">
            <a:avLst/>
          </a:prstGeom>
          <a:noFill/>
        </p:spPr>
        <p:txBody>
          <a:bodyPr wrap="square" lIns="91440" tIns="45720" rIns="91440" bIns="45720" rtlCol="0" anchor="t">
            <a:spAutoFit/>
          </a:bodyPr>
          <a:lstStyle/>
          <a:p>
            <a:pPr>
              <a:lnSpc>
                <a:spcPct val="150000"/>
              </a:lnSpc>
            </a:pPr>
            <a:r>
              <a:rPr lang="ja-JP" altLang="en-US">
                <a:latin typeface="hgｺﾞｼｯｸe"/>
                <a:ea typeface="hgｺﾞｼｯｸe"/>
              </a:rPr>
              <a:t>資料内２章１節（３）ア「</a:t>
            </a:r>
            <a:r>
              <a:rPr lang="ja-JP">
                <a:latin typeface="HGｺﾞｼｯｸE"/>
                <a:ea typeface="HGｺﾞｼｯｸE"/>
                <a:cs typeface="+mn-lt"/>
              </a:rPr>
              <a:t>AI技術等を活用したチャットボット等での対話形式による情報提供</a:t>
            </a:r>
            <a:r>
              <a:rPr lang="ja-JP">
                <a:ea typeface="+mn-lt"/>
                <a:cs typeface="+mn-lt"/>
              </a:rPr>
              <a:t> </a:t>
            </a:r>
            <a:r>
              <a:rPr lang="ja-JP" altLang="en-US">
                <a:latin typeface="hgｺﾞｼｯｸe"/>
                <a:ea typeface="hgｺﾞｼｯｸe"/>
              </a:rPr>
              <a:t>」</a:t>
            </a:r>
          </a:p>
          <a:p>
            <a:pPr>
              <a:lnSpc>
                <a:spcPct val="150000"/>
              </a:lnSpc>
            </a:pPr>
            <a:r>
              <a:rPr lang="ja-JP" altLang="en-US">
                <a:latin typeface="hgｺﾞｼｯｸe"/>
                <a:ea typeface="hgｺﾞｼｯｸe"/>
              </a:rPr>
              <a:t>PIO-NET内のデータを利用したAIがオンライン上で消費者相談を一部執り行うことで，相談を気軽に行えるようにし，消費者トラブルの未然防止と被害拡大の防止を図る．（資料本文を要約）</a:t>
            </a:r>
            <a:endParaRPr lang="ja-JP" altLang="en-US" dirty="0">
              <a:latin typeface="hgｺﾞｼｯｸe"/>
              <a:ea typeface="hgｺﾞｼｯｸe"/>
            </a:endParaRPr>
          </a:p>
          <a:p>
            <a:pPr>
              <a:lnSpc>
                <a:spcPct val="150000"/>
              </a:lnSpc>
            </a:pPr>
            <a:endParaRPr lang="ja-JP" altLang="en-US" dirty="0">
              <a:latin typeface="hgｺﾞｼｯｸe"/>
              <a:ea typeface="hgｺﾞｼｯｸe"/>
            </a:endParaRPr>
          </a:p>
        </p:txBody>
      </p:sp>
    </p:spTree>
    <p:extLst>
      <p:ext uri="{BB962C8B-B14F-4D97-AF65-F5344CB8AC3E}">
        <p14:creationId xmlns:p14="http://schemas.microsoft.com/office/powerpoint/2010/main" val="2958190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29BE7-48DD-D76A-002B-22E40BD01687}"/>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F503E46-4EA9-C6F8-6DE7-715A8481F6AF}"/>
              </a:ext>
            </a:extLst>
          </p:cNvPr>
          <p:cNvSpPr txBox="1"/>
          <p:nvPr/>
        </p:nvSpPr>
        <p:spPr>
          <a:xfrm>
            <a:off x="363895" y="541175"/>
            <a:ext cx="5850294" cy="646331"/>
          </a:xfrm>
          <a:prstGeom prst="rect">
            <a:avLst/>
          </a:prstGeom>
          <a:noFill/>
        </p:spPr>
        <p:txBody>
          <a:bodyPr wrap="square" lIns="91440" tIns="45720" rIns="91440" bIns="45720" rtlCol="0" anchor="ctr">
            <a:spAutoFit/>
          </a:bodyPr>
          <a:lstStyle/>
          <a:p>
            <a:r>
              <a:rPr kumimoji="1" lang="ja-JP" sz="3600">
                <a:ea typeface="HGｺﾞｼｯｸE"/>
              </a:rPr>
              <a:t>質問の補足 </a:t>
            </a:r>
            <a:r>
              <a:rPr kumimoji="1" lang="ja-JP" altLang="en-US" sz="3600">
                <a:ea typeface="HGｺﾞｼｯｸE"/>
              </a:rPr>
              <a:t>２</a:t>
            </a:r>
          </a:p>
        </p:txBody>
      </p:sp>
      <p:cxnSp>
        <p:nvCxnSpPr>
          <p:cNvPr id="5" name="直線コネクタ 4">
            <a:extLst>
              <a:ext uri="{FF2B5EF4-FFF2-40B4-BE49-F238E27FC236}">
                <a16:creationId xmlns:a16="http://schemas.microsoft.com/office/drawing/2014/main" id="{D019E91A-7DF5-0386-3FD1-E4CF3E79C09A}"/>
              </a:ext>
            </a:extLst>
          </p:cNvPr>
          <p:cNvCxnSpPr>
            <a:cxnSpLocks/>
          </p:cNvCxnSpPr>
          <p:nvPr/>
        </p:nvCxnSpPr>
        <p:spPr>
          <a:xfrm>
            <a:off x="363895" y="1308804"/>
            <a:ext cx="11464210" cy="0"/>
          </a:xfrm>
          <a:prstGeom prst="line">
            <a:avLst/>
          </a:prstGeom>
          <a:ln w="762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フッター プレースホルダー 1">
            <a:extLst>
              <a:ext uri="{FF2B5EF4-FFF2-40B4-BE49-F238E27FC236}">
                <a16:creationId xmlns:a16="http://schemas.microsoft.com/office/drawing/2014/main" id="{33CE2579-CD71-6027-54D9-D68F0F6C093B}"/>
              </a:ext>
            </a:extLst>
          </p:cNvPr>
          <p:cNvSpPr>
            <a:spLocks noGrp="1"/>
          </p:cNvSpPr>
          <p:nvPr>
            <p:ph type="ftr" sz="quarter" idx="11"/>
          </p:nvPr>
        </p:nvSpPr>
        <p:spPr/>
        <p:txBody>
          <a:bodyPr/>
          <a:lstStyle/>
          <a:p>
            <a:r>
              <a:rPr kumimoji="1" lang="ja-JP" altLang="en-US"/>
              <a:t>奈良高専プロコン</a:t>
            </a:r>
            <a:r>
              <a:rPr kumimoji="1" lang="en-US" altLang="ja-JP"/>
              <a:t>2025</a:t>
            </a:r>
            <a:r>
              <a:rPr kumimoji="1" lang="ja-JP" altLang="en-US"/>
              <a:t>（仮）</a:t>
            </a:r>
          </a:p>
        </p:txBody>
      </p:sp>
      <p:sp>
        <p:nvSpPr>
          <p:cNvPr id="4" name="スライド番号プレースホルダー 3">
            <a:extLst>
              <a:ext uri="{FF2B5EF4-FFF2-40B4-BE49-F238E27FC236}">
                <a16:creationId xmlns:a16="http://schemas.microsoft.com/office/drawing/2014/main" id="{6B19B80C-0D05-16B4-6582-9310A3746842}"/>
              </a:ext>
            </a:extLst>
          </p:cNvPr>
          <p:cNvSpPr>
            <a:spLocks noGrp="1"/>
          </p:cNvSpPr>
          <p:nvPr>
            <p:ph type="sldNum" sz="quarter" idx="12"/>
          </p:nvPr>
        </p:nvSpPr>
        <p:spPr/>
        <p:txBody>
          <a:bodyPr/>
          <a:lstStyle/>
          <a:p>
            <a:fld id="{EE823850-09EE-4CA9-A8BD-0D55C34BAC4A}" type="slidenum">
              <a:rPr kumimoji="1" lang="ja-JP" altLang="en-US" smtClean="0"/>
              <a:t>6</a:t>
            </a:fld>
            <a:endParaRPr kumimoji="1" lang="ja-JP" altLang="en-US"/>
          </a:p>
        </p:txBody>
      </p:sp>
      <p:sp>
        <p:nvSpPr>
          <p:cNvPr id="9" name="テキスト ボックス 8">
            <a:extLst>
              <a:ext uri="{FF2B5EF4-FFF2-40B4-BE49-F238E27FC236}">
                <a16:creationId xmlns:a16="http://schemas.microsoft.com/office/drawing/2014/main" id="{18C10C16-FD09-5CCD-9A96-28303063DE01}"/>
              </a:ext>
            </a:extLst>
          </p:cNvPr>
          <p:cNvSpPr txBox="1"/>
          <p:nvPr/>
        </p:nvSpPr>
        <p:spPr>
          <a:xfrm>
            <a:off x="10016836" y="969122"/>
            <a:ext cx="1811266" cy="307777"/>
          </a:xfrm>
          <a:prstGeom prst="rect">
            <a:avLst/>
          </a:prstGeom>
          <a:noFill/>
        </p:spPr>
        <p:txBody>
          <a:bodyPr wrap="square" rtlCol="0" anchor="b">
            <a:spAutoFit/>
          </a:bodyPr>
          <a:lstStyle/>
          <a:p>
            <a:pPr algn="r"/>
            <a:r>
              <a:rPr kumimoji="1" lang="en-US" altLang="ja-JP" sz="1400">
                <a:solidFill>
                  <a:srgbClr val="0B3041"/>
                </a:solidFill>
                <a:latin typeface="+mn-ea"/>
              </a:rPr>
              <a:t>Questions</a:t>
            </a:r>
            <a:endParaRPr kumimoji="1" lang="ja-JP" altLang="en-US" sz="1400">
              <a:solidFill>
                <a:srgbClr val="0B3041"/>
              </a:solidFill>
              <a:latin typeface="+mn-ea"/>
            </a:endParaRPr>
          </a:p>
        </p:txBody>
      </p:sp>
      <p:sp>
        <p:nvSpPr>
          <p:cNvPr id="8" name="テキスト ボックス 7">
            <a:extLst>
              <a:ext uri="{FF2B5EF4-FFF2-40B4-BE49-F238E27FC236}">
                <a16:creationId xmlns:a16="http://schemas.microsoft.com/office/drawing/2014/main" id="{A123950B-0F0C-6AD7-498E-E408B44B5226}"/>
              </a:ext>
            </a:extLst>
          </p:cNvPr>
          <p:cNvSpPr txBox="1"/>
          <p:nvPr/>
        </p:nvSpPr>
        <p:spPr>
          <a:xfrm>
            <a:off x="578474" y="1790893"/>
            <a:ext cx="6728406" cy="461665"/>
          </a:xfrm>
          <a:prstGeom prst="rect">
            <a:avLst/>
          </a:prstGeom>
          <a:noFill/>
        </p:spPr>
        <p:txBody>
          <a:bodyPr wrap="square" lIns="91440" tIns="45720" rIns="91440" bIns="45720" rtlCol="0" anchor="t">
            <a:spAutoFit/>
          </a:bodyPr>
          <a:lstStyle/>
          <a:p>
            <a:r>
              <a:rPr lang="ja-JP" altLang="en-US" sz="2400">
                <a:solidFill>
                  <a:srgbClr val="0B76A0"/>
                </a:solidFill>
                <a:ea typeface="HGｺﾞｼｯｸE"/>
              </a:rPr>
              <a:t>質問４の補足：PIO-NET内データの活用</a:t>
            </a:r>
            <a:endParaRPr lang="ja-JP" altLang="en-US" sz="2400" dirty="0">
              <a:solidFill>
                <a:srgbClr val="0B76A0"/>
              </a:solidFill>
              <a:ea typeface="HGｺﾞｼｯｸE"/>
            </a:endParaRPr>
          </a:p>
        </p:txBody>
      </p:sp>
      <p:cxnSp>
        <p:nvCxnSpPr>
          <p:cNvPr id="10" name="直線コネクタ 9">
            <a:extLst>
              <a:ext uri="{FF2B5EF4-FFF2-40B4-BE49-F238E27FC236}">
                <a16:creationId xmlns:a16="http://schemas.microsoft.com/office/drawing/2014/main" id="{C635D1EC-DC56-3F0A-A7B9-9768D9E92830}"/>
              </a:ext>
            </a:extLst>
          </p:cNvPr>
          <p:cNvCxnSpPr>
            <a:cxnSpLocks/>
          </p:cNvCxnSpPr>
          <p:nvPr/>
        </p:nvCxnSpPr>
        <p:spPr>
          <a:xfrm>
            <a:off x="483389" y="1868236"/>
            <a:ext cx="0" cy="295087"/>
          </a:xfrm>
          <a:prstGeom prst="line">
            <a:avLst/>
          </a:prstGeom>
          <a:ln w="1016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1E204DC5-09A1-1C3B-217D-67CB3C1494F3}"/>
              </a:ext>
            </a:extLst>
          </p:cNvPr>
          <p:cNvSpPr txBox="1"/>
          <p:nvPr/>
        </p:nvSpPr>
        <p:spPr>
          <a:xfrm>
            <a:off x="585921" y="2170835"/>
            <a:ext cx="11226140" cy="858377"/>
          </a:xfrm>
          <a:prstGeom prst="rect">
            <a:avLst/>
          </a:prstGeom>
          <a:noFill/>
        </p:spPr>
        <p:txBody>
          <a:bodyPr wrap="square" lIns="91440" tIns="45720" rIns="91440" bIns="45720" rtlCol="0" anchor="t">
            <a:spAutoFit/>
          </a:bodyPr>
          <a:lstStyle/>
          <a:p>
            <a:pPr>
              <a:lnSpc>
                <a:spcPct val="150000"/>
              </a:lnSpc>
            </a:pPr>
            <a:r>
              <a:rPr lang="ja-JP" altLang="en-US">
                <a:latin typeface="HGｺﾞｼｯｸE"/>
                <a:ea typeface="HGｺﾞｼｯｸE"/>
              </a:rPr>
              <a:t>PIO-NETを活用したシステム開発を行う上で予定している必要なデータ，使用方法，管理方法は以下の通りとなります．(変更の可能性あり)</a:t>
            </a:r>
            <a:endParaRPr lang="ja-JP" altLang="en-US" dirty="0">
              <a:latin typeface="HGｺﾞｼｯｸE"/>
              <a:ea typeface="HGｺﾞｼｯｸE"/>
            </a:endParaRPr>
          </a:p>
        </p:txBody>
      </p:sp>
      <p:sp>
        <p:nvSpPr>
          <p:cNvPr id="6" name="テキスト ボックス 10">
            <a:extLst>
              <a:ext uri="{FF2B5EF4-FFF2-40B4-BE49-F238E27FC236}">
                <a16:creationId xmlns:a16="http://schemas.microsoft.com/office/drawing/2014/main" id="{A53B3F1E-CC5F-2782-1E40-FB4785C1DBA3}"/>
              </a:ext>
            </a:extLst>
          </p:cNvPr>
          <p:cNvSpPr txBox="1"/>
          <p:nvPr/>
        </p:nvSpPr>
        <p:spPr>
          <a:xfrm>
            <a:off x="595101" y="3355147"/>
            <a:ext cx="11226140" cy="2935868"/>
          </a:xfrm>
          <a:prstGeom prst="rect">
            <a:avLst/>
          </a:prstGeom>
          <a:noFill/>
        </p:spPr>
        <p:txBody>
          <a:bodyPr wrap="square" lIns="91440" tIns="45720" rIns="91440" bIns="45720" rtlCol="0" anchor="t">
            <a:spAutoFit/>
          </a:bodyPr>
          <a:lstStyle/>
          <a:p>
            <a:pPr>
              <a:lnSpc>
                <a:spcPct val="150000"/>
              </a:lnSpc>
            </a:pPr>
            <a:r>
              <a:rPr lang="ja-JP" altLang="en-US" b="1">
                <a:latin typeface="HGｺﾞｼｯｸE"/>
                <a:ea typeface="HGｺﾞｼｯｸE"/>
              </a:rPr>
              <a:t>・使用データ（同封している「資料」から抜粋）</a:t>
            </a:r>
          </a:p>
          <a:p>
            <a:pPr>
              <a:lnSpc>
                <a:spcPct val="150000"/>
              </a:lnSpc>
            </a:pPr>
            <a:r>
              <a:rPr lang="ja-JP" altLang="en-US">
                <a:latin typeface="HGｺﾞｼｯｸE"/>
                <a:ea typeface="HGｺﾞｼｯｸE"/>
              </a:rPr>
              <a:t>件名，相談内容，内容等キーワード，製造者情報，契約の有無・形態，処理結果，解決内容　　​等</a:t>
            </a:r>
            <a:endParaRPr lang="ja-JP" altLang="en-US" dirty="0">
              <a:latin typeface="HGｺﾞｼｯｸE"/>
              <a:ea typeface="HGｺﾞｼｯｸE"/>
            </a:endParaRPr>
          </a:p>
          <a:p>
            <a:pPr>
              <a:lnSpc>
                <a:spcPct val="150000"/>
              </a:lnSpc>
            </a:pPr>
            <a:r>
              <a:rPr lang="ja-JP" altLang="en-US" b="1">
                <a:latin typeface="HGｺﾞｼｯｸE"/>
                <a:ea typeface="HGｺﾞｼｯｸE"/>
              </a:rPr>
              <a:t>・使用方法</a:t>
            </a:r>
          </a:p>
          <a:p>
            <a:pPr>
              <a:lnSpc>
                <a:spcPct val="150000"/>
              </a:lnSpc>
            </a:pPr>
            <a:r>
              <a:rPr lang="ja-JP" altLang="en-US">
                <a:latin typeface="HGｺﾞｼｯｸE"/>
                <a:ea typeface="HGｺﾞｼｯｸE"/>
              </a:rPr>
              <a:t>システム内AIの学習</a:t>
            </a:r>
          </a:p>
          <a:p>
            <a:pPr>
              <a:lnSpc>
                <a:spcPct val="150000"/>
              </a:lnSpc>
            </a:pPr>
            <a:r>
              <a:rPr lang="ja-JP" altLang="en-US" b="1">
                <a:latin typeface="HGｺﾞｼｯｸE"/>
                <a:ea typeface="HGｺﾞｼｯｸE"/>
              </a:rPr>
              <a:t>・管理方法</a:t>
            </a:r>
            <a:endParaRPr lang="ja-JP" altLang="en-US" b="1" dirty="0">
              <a:latin typeface="HGｺﾞｼｯｸE"/>
              <a:ea typeface="HGｺﾞｼｯｸE"/>
            </a:endParaRPr>
          </a:p>
          <a:p>
            <a:pPr>
              <a:lnSpc>
                <a:spcPct val="150000"/>
              </a:lnSpc>
            </a:pPr>
            <a:r>
              <a:rPr lang="ja-JP" altLang="en-US">
                <a:latin typeface="HGｺﾞｼｯｸE"/>
                <a:ea typeface="HGｺﾞｼｯｸE"/>
              </a:rPr>
              <a:t>サンプルデータをいただく場合，ファイルに電子的な鍵をかけ，指定の記憶媒体にてオフラインで管理</a:t>
            </a:r>
          </a:p>
          <a:p>
            <a:pPr>
              <a:lnSpc>
                <a:spcPct val="150000"/>
              </a:lnSpc>
            </a:pPr>
            <a:r>
              <a:rPr lang="ja-JP" altLang="en-US">
                <a:latin typeface="HGｺﾞｼｯｸE"/>
                <a:ea typeface="HGｺﾞｼｯｸE"/>
              </a:rPr>
              <a:t>サンプルデータを用いて学習したAI本体については開発の都合上プライベートなgithub上に設置</a:t>
            </a:r>
            <a:endParaRPr lang="ja-JP" altLang="en-US" dirty="0">
              <a:latin typeface="HGｺﾞｼｯｸE"/>
              <a:ea typeface="HGｺﾞｼｯｸE"/>
            </a:endParaRPr>
          </a:p>
        </p:txBody>
      </p:sp>
    </p:spTree>
    <p:extLst>
      <p:ext uri="{BB962C8B-B14F-4D97-AF65-F5344CB8AC3E}">
        <p14:creationId xmlns:p14="http://schemas.microsoft.com/office/powerpoint/2010/main" val="189685534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795</Words>
  <Application>Microsoft Office PowerPoint</Application>
  <PresentationFormat>ワイド画面</PresentationFormat>
  <Paragraphs>75</Paragraphs>
  <Slides>6</Slides>
  <Notes>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hgｺﾞｼｯｸe</vt:lpstr>
      <vt:lpstr>hgｺﾞｼｯｸe</vt:lpstr>
      <vt:lpstr>游ゴシック</vt:lpstr>
      <vt:lpstr>Arial</vt:lpstr>
      <vt:lpstr>Franklin Gothic Book</vt:lpstr>
      <vt:lpstr>Franklin Gothic Medium</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増井 崇(奈良高専)</dc:creator>
  <cp:lastModifiedBy>ぐち たき</cp:lastModifiedBy>
  <cp:revision>287</cp:revision>
  <dcterms:created xsi:type="dcterms:W3CDTF">2025-02-20T04:27:44Z</dcterms:created>
  <dcterms:modified xsi:type="dcterms:W3CDTF">2025-04-16T13:16:47Z</dcterms:modified>
</cp:coreProperties>
</file>